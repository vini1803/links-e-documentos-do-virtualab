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Montserrat" charset="1" panose="00000500000000000000"/>
      <p:regular r:id="rId30"/>
    </p:embeddedFont>
    <p:embeddedFont>
      <p:font typeface="Quattrocento Bold" charset="1" panose="02020802030000000404"/>
      <p:regular r:id="rId31"/>
    </p:embeddedFont>
    <p:embeddedFont>
      <p:font typeface="Quattrocento" charset="1" panose="02020502030000000404"/>
      <p:regular r:id="rId32"/>
    </p:embeddedFont>
    <p:embeddedFont>
      <p:font typeface="Literata Bold" charset="1" panose="00000000000000000000"/>
      <p:regular r:id="rId33"/>
    </p:embeddedFont>
    <p:embeddedFont>
      <p:font typeface="Unna" charset="1" panose="02040503070705020203"/>
      <p:regular r:id="rId34"/>
    </p:embeddedFont>
    <p:embeddedFont>
      <p:font typeface="Literata" charset="1" panose="00000000000000000000"/>
      <p:regular r:id="rId35"/>
    </p:embeddedFont>
    <p:embeddedFont>
      <p:font typeface="Montserrat Italics" charset="1" panose="00000500000000000000"/>
      <p:regular r:id="rId41"/>
    </p:embeddedFont>
    <p:embeddedFont>
      <p:font typeface="Montserrat Bold" charset="1" panose="000008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notesSlides/notesSlide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9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42.png" Type="http://schemas.openxmlformats.org/officeDocument/2006/relationships/image"/><Relationship Id="rId19" Target="../media/image43.svg" Type="http://schemas.openxmlformats.org/officeDocument/2006/relationships/image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9.jpe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14" Target="../media/image54.png" Type="http://schemas.openxmlformats.org/officeDocument/2006/relationships/image"/><Relationship Id="rId15" Target="../media/image55.svg" Type="http://schemas.openxmlformats.org/officeDocument/2006/relationships/image"/><Relationship Id="rId16" Target="../media/image56.png" Type="http://schemas.openxmlformats.org/officeDocument/2006/relationships/image"/><Relationship Id="rId17" Target="../media/image57.svg" Type="http://schemas.openxmlformats.org/officeDocument/2006/relationships/image"/><Relationship Id="rId18" Target="../media/image58.png" Type="http://schemas.openxmlformats.org/officeDocument/2006/relationships/image"/><Relationship Id="rId19" Target="../media/image59.svg" Type="http://schemas.openxmlformats.org/officeDocument/2006/relationships/image"/><Relationship Id="rId2" Target="../media/image1.jpeg" Type="http://schemas.openxmlformats.org/officeDocument/2006/relationships/image"/><Relationship Id="rId20" Target="../media/image60.png" Type="http://schemas.openxmlformats.org/officeDocument/2006/relationships/image"/><Relationship Id="rId21" Target="../media/image61.svg" Type="http://schemas.openxmlformats.org/officeDocument/2006/relationships/image"/><Relationship Id="rId22" Target="../media/image62.png" Type="http://schemas.openxmlformats.org/officeDocument/2006/relationships/image"/><Relationship Id="rId23" Target="../media/image63.svg" Type="http://schemas.openxmlformats.org/officeDocument/2006/relationships/image"/><Relationship Id="rId24" Target="../media/image64.png" Type="http://schemas.openxmlformats.org/officeDocument/2006/relationships/image"/><Relationship Id="rId25" Target="../media/image65.png" Type="http://schemas.openxmlformats.org/officeDocument/2006/relationships/image"/><Relationship Id="rId26" Target="../media/image66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9.jpe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12" Target="../media/image75.png" Type="http://schemas.openxmlformats.org/officeDocument/2006/relationships/image"/><Relationship Id="rId13" Target="../media/image76.svg" Type="http://schemas.openxmlformats.org/officeDocument/2006/relationships/image"/><Relationship Id="rId14" Target="../media/image77.png" Type="http://schemas.openxmlformats.org/officeDocument/2006/relationships/image"/><Relationship Id="rId15" Target="../media/image78.svg" Type="http://schemas.openxmlformats.org/officeDocument/2006/relationships/image"/><Relationship Id="rId16" Target="../media/image79.png" Type="http://schemas.openxmlformats.org/officeDocument/2006/relationships/image"/><Relationship Id="rId17" Target="../media/image80.svg" Type="http://schemas.openxmlformats.org/officeDocument/2006/relationships/image"/><Relationship Id="rId18" Target="../media/image81.png" Type="http://schemas.openxmlformats.org/officeDocument/2006/relationships/image"/><Relationship Id="rId19" Target="../media/image82.svg" Type="http://schemas.openxmlformats.org/officeDocument/2006/relationships/image"/><Relationship Id="rId2" Target="../media/image1.jpeg" Type="http://schemas.openxmlformats.org/officeDocument/2006/relationships/image"/><Relationship Id="rId20" Target="../media/image83.png" Type="http://schemas.openxmlformats.org/officeDocument/2006/relationships/image"/><Relationship Id="rId21" Target="../media/image84.svg" Type="http://schemas.openxmlformats.org/officeDocument/2006/relationships/image"/><Relationship Id="rId22" Target="../media/image85.png" Type="http://schemas.openxmlformats.org/officeDocument/2006/relationships/image"/><Relationship Id="rId23" Target="../media/image86.svg" Type="http://schemas.openxmlformats.org/officeDocument/2006/relationships/image"/><Relationship Id="rId24" Target="../media/image87.png" Type="http://schemas.openxmlformats.org/officeDocument/2006/relationships/image"/><Relationship Id="rId25" Target="../media/image88.svg" Type="http://schemas.openxmlformats.org/officeDocument/2006/relationships/image"/><Relationship Id="rId26" Target="../media/image89.png" Type="http://schemas.openxmlformats.org/officeDocument/2006/relationships/image"/><Relationship Id="rId27" Target="../media/image90.svg" Type="http://schemas.openxmlformats.org/officeDocument/2006/relationships/image"/><Relationship Id="rId28" Target="../media/image91.png" Type="http://schemas.openxmlformats.org/officeDocument/2006/relationships/image"/><Relationship Id="rId29" Target="../media/image92.svg" Type="http://schemas.openxmlformats.org/officeDocument/2006/relationships/image"/><Relationship Id="rId3" Target="../media/image67.png" Type="http://schemas.openxmlformats.org/officeDocument/2006/relationships/image"/><Relationship Id="rId30" Target="../media/image93.png" Type="http://schemas.openxmlformats.org/officeDocument/2006/relationships/image"/><Relationship Id="rId31" Target="../media/image94.svg" Type="http://schemas.openxmlformats.org/officeDocument/2006/relationships/image"/><Relationship Id="rId32" Target="../media/image95.png" Type="http://schemas.openxmlformats.org/officeDocument/2006/relationships/image"/><Relationship Id="rId33" Target="../media/image96.svg" Type="http://schemas.openxmlformats.org/officeDocument/2006/relationships/image"/><Relationship Id="rId34" Target="../media/image97.png" Type="http://schemas.openxmlformats.org/officeDocument/2006/relationships/image"/><Relationship Id="rId35" Target="../media/image98.svg" Type="http://schemas.openxmlformats.org/officeDocument/2006/relationships/image"/><Relationship Id="rId36" Target="../media/image99.png" Type="http://schemas.openxmlformats.org/officeDocument/2006/relationships/image"/><Relationship Id="rId37" Target="../media/image100.svg" Type="http://schemas.openxmlformats.org/officeDocument/2006/relationships/image"/><Relationship Id="rId38" Target="../media/image101.png" Type="http://schemas.openxmlformats.org/officeDocument/2006/relationships/image"/><Relationship Id="rId39" Target="../media/image102.svg" Type="http://schemas.openxmlformats.org/officeDocument/2006/relationships/image"/><Relationship Id="rId4" Target="../media/image68.svg" Type="http://schemas.openxmlformats.org/officeDocument/2006/relationships/image"/><Relationship Id="rId40" Target="../media/image103.png" Type="http://schemas.openxmlformats.org/officeDocument/2006/relationships/image"/><Relationship Id="rId41" Target="../media/image104.svg" Type="http://schemas.openxmlformats.org/officeDocument/2006/relationships/image"/><Relationship Id="rId42" Target="../media/image105.png" Type="http://schemas.openxmlformats.org/officeDocument/2006/relationships/image"/><Relationship Id="rId43" Target="../media/image106.svg" Type="http://schemas.openxmlformats.org/officeDocument/2006/relationships/image"/><Relationship Id="rId44" Target="../media/image107.png" Type="http://schemas.openxmlformats.org/officeDocument/2006/relationships/image"/><Relationship Id="rId45" Target="../media/image66.png" Type="http://schemas.openxmlformats.org/officeDocument/2006/relationships/image"/><Relationship Id="rId5" Target="../media/image9.jpe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svg" Type="http://schemas.openxmlformats.org/officeDocument/2006/relationships/image"/><Relationship Id="rId12" Target="../media/image116.png" Type="http://schemas.openxmlformats.org/officeDocument/2006/relationships/image"/><Relationship Id="rId13" Target="../media/image117.svg" Type="http://schemas.openxmlformats.org/officeDocument/2006/relationships/image"/><Relationship Id="rId14" Target="../media/image118.png" Type="http://schemas.openxmlformats.org/officeDocument/2006/relationships/image"/><Relationship Id="rId15" Target="../media/image119.svg" Type="http://schemas.openxmlformats.org/officeDocument/2006/relationships/image"/><Relationship Id="rId16" Target="../media/image120.png" Type="http://schemas.openxmlformats.org/officeDocument/2006/relationships/image"/><Relationship Id="rId17" Target="../media/image121.svg" Type="http://schemas.openxmlformats.org/officeDocument/2006/relationships/image"/><Relationship Id="rId18" Target="../media/image122.png" Type="http://schemas.openxmlformats.org/officeDocument/2006/relationships/image"/><Relationship Id="rId19" Target="../media/image123.svg" Type="http://schemas.openxmlformats.org/officeDocument/2006/relationships/image"/><Relationship Id="rId2" Target="../media/image1.jpeg" Type="http://schemas.openxmlformats.org/officeDocument/2006/relationships/image"/><Relationship Id="rId20" Target="../media/image124.png" Type="http://schemas.openxmlformats.org/officeDocument/2006/relationships/image"/><Relationship Id="rId21" Target="../media/image125.svg" Type="http://schemas.openxmlformats.org/officeDocument/2006/relationships/image"/><Relationship Id="rId22" Target="../media/image126.png" Type="http://schemas.openxmlformats.org/officeDocument/2006/relationships/image"/><Relationship Id="rId23" Target="../media/image127.svg" Type="http://schemas.openxmlformats.org/officeDocument/2006/relationships/image"/><Relationship Id="rId24" Target="../media/image48.png" Type="http://schemas.openxmlformats.org/officeDocument/2006/relationships/image"/><Relationship Id="rId25" Target="../media/image49.svg" Type="http://schemas.openxmlformats.org/officeDocument/2006/relationships/image"/><Relationship Id="rId26" Target="../media/image50.png" Type="http://schemas.openxmlformats.org/officeDocument/2006/relationships/image"/><Relationship Id="rId27" Target="../media/image51.svg" Type="http://schemas.openxmlformats.org/officeDocument/2006/relationships/image"/><Relationship Id="rId28" Target="../media/image52.png" Type="http://schemas.openxmlformats.org/officeDocument/2006/relationships/image"/><Relationship Id="rId29" Target="../media/image53.svg" Type="http://schemas.openxmlformats.org/officeDocument/2006/relationships/image"/><Relationship Id="rId3" Target="../media/image108.png" Type="http://schemas.openxmlformats.org/officeDocument/2006/relationships/image"/><Relationship Id="rId30" Target="../media/image54.png" Type="http://schemas.openxmlformats.org/officeDocument/2006/relationships/image"/><Relationship Id="rId31" Target="../media/image55.svg" Type="http://schemas.openxmlformats.org/officeDocument/2006/relationships/image"/><Relationship Id="rId32" Target="../media/image128.png" Type="http://schemas.openxmlformats.org/officeDocument/2006/relationships/image"/><Relationship Id="rId33" Target="../media/image129.svg" Type="http://schemas.openxmlformats.org/officeDocument/2006/relationships/image"/><Relationship Id="rId34" Target="../media/image130.png" Type="http://schemas.openxmlformats.org/officeDocument/2006/relationships/image"/><Relationship Id="rId4" Target="../media/image109.svg" Type="http://schemas.openxmlformats.org/officeDocument/2006/relationships/image"/><Relationship Id="rId5" Target="../media/image9.jpeg" Type="http://schemas.openxmlformats.org/officeDocument/2006/relationships/image"/><Relationship Id="rId6" Target="../media/image110.png" Type="http://schemas.openxmlformats.org/officeDocument/2006/relationships/image"/><Relationship Id="rId7" Target="../media/image111.svg" Type="http://schemas.openxmlformats.org/officeDocument/2006/relationships/image"/><Relationship Id="rId8" Target="../media/image112.png" Type="http://schemas.openxmlformats.org/officeDocument/2006/relationships/image"/><Relationship Id="rId9" Target="../media/image1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png" Type="http://schemas.openxmlformats.org/officeDocument/2006/relationships/image"/><Relationship Id="rId11" Target="../media/image138.svg" Type="http://schemas.openxmlformats.org/officeDocument/2006/relationships/image"/><Relationship Id="rId12" Target="../media/image139.png" Type="http://schemas.openxmlformats.org/officeDocument/2006/relationships/image"/><Relationship Id="rId13" Target="../media/image140.svg" Type="http://schemas.openxmlformats.org/officeDocument/2006/relationships/image"/><Relationship Id="rId14" Target="../media/image141.png" Type="http://schemas.openxmlformats.org/officeDocument/2006/relationships/image"/><Relationship Id="rId15" Target="../media/image142.svg" Type="http://schemas.openxmlformats.org/officeDocument/2006/relationships/image"/><Relationship Id="rId16" Target="../media/image143.png" Type="http://schemas.openxmlformats.org/officeDocument/2006/relationships/image"/><Relationship Id="rId17" Target="../media/image144.svg" Type="http://schemas.openxmlformats.org/officeDocument/2006/relationships/image"/><Relationship Id="rId18" Target="../media/image145.png" Type="http://schemas.openxmlformats.org/officeDocument/2006/relationships/image"/><Relationship Id="rId19" Target="../media/image146.svg" Type="http://schemas.openxmlformats.org/officeDocument/2006/relationships/image"/><Relationship Id="rId2" Target="../media/image1.jpeg" Type="http://schemas.openxmlformats.org/officeDocument/2006/relationships/image"/><Relationship Id="rId20" Target="../media/image147.png" Type="http://schemas.openxmlformats.org/officeDocument/2006/relationships/image"/><Relationship Id="rId21" Target="../media/image148.svg" Type="http://schemas.openxmlformats.org/officeDocument/2006/relationships/image"/><Relationship Id="rId22" Target="../media/image149.png" Type="http://schemas.openxmlformats.org/officeDocument/2006/relationships/image"/><Relationship Id="rId23" Target="../media/image150.svg" Type="http://schemas.openxmlformats.org/officeDocument/2006/relationships/image"/><Relationship Id="rId24" Target="../media/image151.png" Type="http://schemas.openxmlformats.org/officeDocument/2006/relationships/image"/><Relationship Id="rId25" Target="../media/image152.svg" Type="http://schemas.openxmlformats.org/officeDocument/2006/relationships/image"/><Relationship Id="rId26" Target="../media/image153.png" Type="http://schemas.openxmlformats.org/officeDocument/2006/relationships/image"/><Relationship Id="rId27" Target="../media/image154.svg" Type="http://schemas.openxmlformats.org/officeDocument/2006/relationships/image"/><Relationship Id="rId28" Target="../media/image155.png" Type="http://schemas.openxmlformats.org/officeDocument/2006/relationships/image"/><Relationship Id="rId29" Target="../media/image156.svg" Type="http://schemas.openxmlformats.org/officeDocument/2006/relationships/image"/><Relationship Id="rId3" Target="../media/image131.png" Type="http://schemas.openxmlformats.org/officeDocument/2006/relationships/image"/><Relationship Id="rId30" Target="../media/image157.png" Type="http://schemas.openxmlformats.org/officeDocument/2006/relationships/image"/><Relationship Id="rId31" Target="../media/image158.svg" Type="http://schemas.openxmlformats.org/officeDocument/2006/relationships/image"/><Relationship Id="rId32" Target="../media/image159.png" Type="http://schemas.openxmlformats.org/officeDocument/2006/relationships/image"/><Relationship Id="rId33" Target="../media/image160.png" Type="http://schemas.openxmlformats.org/officeDocument/2006/relationships/image"/><Relationship Id="rId34" Target="../media/image161.png" Type="http://schemas.openxmlformats.org/officeDocument/2006/relationships/image"/><Relationship Id="rId35" Target="../media/image162.svg" Type="http://schemas.openxmlformats.org/officeDocument/2006/relationships/image"/><Relationship Id="rId36" Target="../media/image163.png" Type="http://schemas.openxmlformats.org/officeDocument/2006/relationships/image"/><Relationship Id="rId37" Target="../media/image164.svg" Type="http://schemas.openxmlformats.org/officeDocument/2006/relationships/image"/><Relationship Id="rId4" Target="../media/image132.svg" Type="http://schemas.openxmlformats.org/officeDocument/2006/relationships/image"/><Relationship Id="rId5" Target="../media/image9.jpeg" Type="http://schemas.openxmlformats.org/officeDocument/2006/relationships/image"/><Relationship Id="rId6" Target="../media/image133.png" Type="http://schemas.openxmlformats.org/officeDocument/2006/relationships/image"/><Relationship Id="rId7" Target="../media/image134.svg" Type="http://schemas.openxmlformats.org/officeDocument/2006/relationships/image"/><Relationship Id="rId8" Target="../media/image135.png" Type="http://schemas.openxmlformats.org/officeDocument/2006/relationships/image"/><Relationship Id="rId9" Target="../media/image1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1.png" Type="http://schemas.openxmlformats.org/officeDocument/2006/relationships/image"/><Relationship Id="rId11" Target="../media/image172.svg" Type="http://schemas.openxmlformats.org/officeDocument/2006/relationships/image"/><Relationship Id="rId12" Target="../media/image173.png" Type="http://schemas.openxmlformats.org/officeDocument/2006/relationships/image"/><Relationship Id="rId13" Target="../media/image174.svg" Type="http://schemas.openxmlformats.org/officeDocument/2006/relationships/image"/><Relationship Id="rId14" Target="../media/image175.png" Type="http://schemas.openxmlformats.org/officeDocument/2006/relationships/image"/><Relationship Id="rId15" Target="../media/image176.svg" Type="http://schemas.openxmlformats.org/officeDocument/2006/relationships/image"/><Relationship Id="rId16" Target="../media/image177.png" Type="http://schemas.openxmlformats.org/officeDocument/2006/relationships/image"/><Relationship Id="rId17" Target="../media/image178.svg" Type="http://schemas.openxmlformats.org/officeDocument/2006/relationships/image"/><Relationship Id="rId18" Target="../media/image179.png" Type="http://schemas.openxmlformats.org/officeDocument/2006/relationships/image"/><Relationship Id="rId19" Target="../media/image180.svg" Type="http://schemas.openxmlformats.org/officeDocument/2006/relationships/image"/><Relationship Id="rId2" Target="../media/image1.jpeg" Type="http://schemas.openxmlformats.org/officeDocument/2006/relationships/image"/><Relationship Id="rId20" Target="../media/image181.png" Type="http://schemas.openxmlformats.org/officeDocument/2006/relationships/image"/><Relationship Id="rId21" Target="../media/image182.svg" Type="http://schemas.openxmlformats.org/officeDocument/2006/relationships/image"/><Relationship Id="rId22" Target="../media/image183.png" Type="http://schemas.openxmlformats.org/officeDocument/2006/relationships/image"/><Relationship Id="rId23" Target="../media/image184.svg" Type="http://schemas.openxmlformats.org/officeDocument/2006/relationships/image"/><Relationship Id="rId24" Target="../media/image185.png" Type="http://schemas.openxmlformats.org/officeDocument/2006/relationships/image"/><Relationship Id="rId25" Target="../media/image186.svg" Type="http://schemas.openxmlformats.org/officeDocument/2006/relationships/image"/><Relationship Id="rId26" Target="../media/image187.png" Type="http://schemas.openxmlformats.org/officeDocument/2006/relationships/image"/><Relationship Id="rId27" Target="../media/image188.svg" Type="http://schemas.openxmlformats.org/officeDocument/2006/relationships/image"/><Relationship Id="rId28" Target="../media/image189.png" Type="http://schemas.openxmlformats.org/officeDocument/2006/relationships/image"/><Relationship Id="rId29" Target="../media/image190.svg" Type="http://schemas.openxmlformats.org/officeDocument/2006/relationships/image"/><Relationship Id="rId3" Target="../media/image9.jpeg" Type="http://schemas.openxmlformats.org/officeDocument/2006/relationships/image"/><Relationship Id="rId4" Target="../media/image165.png" Type="http://schemas.openxmlformats.org/officeDocument/2006/relationships/image"/><Relationship Id="rId5" Target="../media/image166.svg" Type="http://schemas.openxmlformats.org/officeDocument/2006/relationships/image"/><Relationship Id="rId6" Target="../media/image167.png" Type="http://schemas.openxmlformats.org/officeDocument/2006/relationships/image"/><Relationship Id="rId7" Target="../media/image168.svg" Type="http://schemas.openxmlformats.org/officeDocument/2006/relationships/image"/><Relationship Id="rId8" Target="../media/image169.png" Type="http://schemas.openxmlformats.org/officeDocument/2006/relationships/image"/><Relationship Id="rId9" Target="../media/image17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svg" Type="http://schemas.openxmlformats.org/officeDocument/2006/relationships/image"/><Relationship Id="rId12" Target="../media/image77.png" Type="http://schemas.openxmlformats.org/officeDocument/2006/relationships/image"/><Relationship Id="rId13" Target="../media/image78.svg" Type="http://schemas.openxmlformats.org/officeDocument/2006/relationships/image"/><Relationship Id="rId14" Target="../media/image79.png" Type="http://schemas.openxmlformats.org/officeDocument/2006/relationships/image"/><Relationship Id="rId15" Target="../media/image80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85.png" Type="http://schemas.openxmlformats.org/officeDocument/2006/relationships/image"/><Relationship Id="rId19" Target="../media/image86.svg" Type="http://schemas.openxmlformats.org/officeDocument/2006/relationships/image"/><Relationship Id="rId2" Target="../media/image1.jpeg" Type="http://schemas.openxmlformats.org/officeDocument/2006/relationships/image"/><Relationship Id="rId20" Target="../media/image87.png" Type="http://schemas.openxmlformats.org/officeDocument/2006/relationships/image"/><Relationship Id="rId21" Target="../media/image88.svg" Type="http://schemas.openxmlformats.org/officeDocument/2006/relationships/image"/><Relationship Id="rId22" Target="../media/image89.png" Type="http://schemas.openxmlformats.org/officeDocument/2006/relationships/image"/><Relationship Id="rId23" Target="../media/image90.svg" Type="http://schemas.openxmlformats.org/officeDocument/2006/relationships/image"/><Relationship Id="rId24" Target="../media/image91.png" Type="http://schemas.openxmlformats.org/officeDocument/2006/relationships/image"/><Relationship Id="rId25" Target="../media/image92.svg" Type="http://schemas.openxmlformats.org/officeDocument/2006/relationships/image"/><Relationship Id="rId26" Target="../media/image93.png" Type="http://schemas.openxmlformats.org/officeDocument/2006/relationships/image"/><Relationship Id="rId27" Target="../media/image94.svg" Type="http://schemas.openxmlformats.org/officeDocument/2006/relationships/image"/><Relationship Id="rId28" Target="../media/image95.png" Type="http://schemas.openxmlformats.org/officeDocument/2006/relationships/image"/><Relationship Id="rId29" Target="../media/image96.svg" Type="http://schemas.openxmlformats.org/officeDocument/2006/relationships/image"/><Relationship Id="rId3" Target="../media/image9.jpeg" Type="http://schemas.openxmlformats.org/officeDocument/2006/relationships/image"/><Relationship Id="rId30" Target="../media/image97.png" Type="http://schemas.openxmlformats.org/officeDocument/2006/relationships/image"/><Relationship Id="rId31" Target="../media/image98.svg" Type="http://schemas.openxmlformats.org/officeDocument/2006/relationships/image"/><Relationship Id="rId32" Target="../media/image191.png" Type="http://schemas.openxmlformats.org/officeDocument/2006/relationships/image"/><Relationship Id="rId33" Target="../media/image192.svg" Type="http://schemas.openxmlformats.org/officeDocument/2006/relationships/image"/><Relationship Id="rId34" Target="../media/image99.png" Type="http://schemas.openxmlformats.org/officeDocument/2006/relationships/image"/><Relationship Id="rId35" Target="../media/image100.svg" Type="http://schemas.openxmlformats.org/officeDocument/2006/relationships/image"/><Relationship Id="rId36" Target="../media/image101.png" Type="http://schemas.openxmlformats.org/officeDocument/2006/relationships/image"/><Relationship Id="rId37" Target="../media/image102.svg" Type="http://schemas.openxmlformats.org/officeDocument/2006/relationships/image"/><Relationship Id="rId38" Target="../media/image103.png" Type="http://schemas.openxmlformats.org/officeDocument/2006/relationships/image"/><Relationship Id="rId39" Target="../media/image104.svg" Type="http://schemas.openxmlformats.org/officeDocument/2006/relationships/image"/><Relationship Id="rId4" Target="../media/image81.png" Type="http://schemas.openxmlformats.org/officeDocument/2006/relationships/image"/><Relationship Id="rId40" Target="../media/image105.png" Type="http://schemas.openxmlformats.org/officeDocument/2006/relationships/image"/><Relationship Id="rId41" Target="../media/image106.svg" Type="http://schemas.openxmlformats.org/officeDocument/2006/relationships/image"/><Relationship Id="rId42" Target="../media/image107.png" Type="http://schemas.openxmlformats.org/officeDocument/2006/relationships/image"/><Relationship Id="rId43" Target="../media/image193.png" Type="http://schemas.openxmlformats.org/officeDocument/2006/relationships/image"/><Relationship Id="rId44" Target="../media/image194.svg" Type="http://schemas.openxmlformats.org/officeDocument/2006/relationships/image"/><Relationship Id="rId5" Target="../media/image82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1.png" Type="http://schemas.openxmlformats.org/officeDocument/2006/relationships/image"/><Relationship Id="rId11" Target="../media/image202.svg" Type="http://schemas.openxmlformats.org/officeDocument/2006/relationships/image"/><Relationship Id="rId12" Target="../media/image203.png" Type="http://schemas.openxmlformats.org/officeDocument/2006/relationships/image"/><Relationship Id="rId13" Target="../media/image204.svg" Type="http://schemas.openxmlformats.org/officeDocument/2006/relationships/image"/><Relationship Id="rId14" Target="../media/image205.png" Type="http://schemas.openxmlformats.org/officeDocument/2006/relationships/image"/><Relationship Id="rId15" Target="../media/image206.svg" Type="http://schemas.openxmlformats.org/officeDocument/2006/relationships/image"/><Relationship Id="rId16" Target="../media/image207.png" Type="http://schemas.openxmlformats.org/officeDocument/2006/relationships/image"/><Relationship Id="rId17" Target="../media/image208.svg" Type="http://schemas.openxmlformats.org/officeDocument/2006/relationships/image"/><Relationship Id="rId18" Target="../media/image209.png" Type="http://schemas.openxmlformats.org/officeDocument/2006/relationships/image"/><Relationship Id="rId19" Target="../media/image210.svg" Type="http://schemas.openxmlformats.org/officeDocument/2006/relationships/image"/><Relationship Id="rId2" Target="../media/image1.jpeg" Type="http://schemas.openxmlformats.org/officeDocument/2006/relationships/image"/><Relationship Id="rId20" Target="../media/image211.png" Type="http://schemas.openxmlformats.org/officeDocument/2006/relationships/image"/><Relationship Id="rId21" Target="../media/image212.svg" Type="http://schemas.openxmlformats.org/officeDocument/2006/relationships/image"/><Relationship Id="rId22" Target="../media/image213.png" Type="http://schemas.openxmlformats.org/officeDocument/2006/relationships/image"/><Relationship Id="rId23" Target="../media/image214.svg" Type="http://schemas.openxmlformats.org/officeDocument/2006/relationships/image"/><Relationship Id="rId24" Target="../media/image215.png" Type="http://schemas.openxmlformats.org/officeDocument/2006/relationships/image"/><Relationship Id="rId25" Target="../media/image216.svg" Type="http://schemas.openxmlformats.org/officeDocument/2006/relationships/image"/><Relationship Id="rId26" Target="../media/image217.png" Type="http://schemas.openxmlformats.org/officeDocument/2006/relationships/image"/><Relationship Id="rId27" Target="../media/image218.svg" Type="http://schemas.openxmlformats.org/officeDocument/2006/relationships/image"/><Relationship Id="rId28" Target="../media/image219.png" Type="http://schemas.openxmlformats.org/officeDocument/2006/relationships/image"/><Relationship Id="rId29" Target="../media/image220.svg" Type="http://schemas.openxmlformats.org/officeDocument/2006/relationships/image"/><Relationship Id="rId3" Target="../media/image195.png" Type="http://schemas.openxmlformats.org/officeDocument/2006/relationships/image"/><Relationship Id="rId30" Target="../media/image221.png" Type="http://schemas.openxmlformats.org/officeDocument/2006/relationships/image"/><Relationship Id="rId31" Target="../media/image222.svg" Type="http://schemas.openxmlformats.org/officeDocument/2006/relationships/image"/><Relationship Id="rId32" Target="../media/image223.png" Type="http://schemas.openxmlformats.org/officeDocument/2006/relationships/image"/><Relationship Id="rId33" Target="../media/image224.svg" Type="http://schemas.openxmlformats.org/officeDocument/2006/relationships/image"/><Relationship Id="rId34" Target="../media/image225.png" Type="http://schemas.openxmlformats.org/officeDocument/2006/relationships/image"/><Relationship Id="rId35" Target="../media/image226.svg" Type="http://schemas.openxmlformats.org/officeDocument/2006/relationships/image"/><Relationship Id="rId36" Target="../media/image227.png" Type="http://schemas.openxmlformats.org/officeDocument/2006/relationships/image"/><Relationship Id="rId37" Target="../media/image228.svg" Type="http://schemas.openxmlformats.org/officeDocument/2006/relationships/image"/><Relationship Id="rId38" Target="../media/image229.png" Type="http://schemas.openxmlformats.org/officeDocument/2006/relationships/image"/><Relationship Id="rId39" Target="../media/image230.svg" Type="http://schemas.openxmlformats.org/officeDocument/2006/relationships/image"/><Relationship Id="rId4" Target="../media/image196.svg" Type="http://schemas.openxmlformats.org/officeDocument/2006/relationships/image"/><Relationship Id="rId40" Target="../media/image231.png" Type="http://schemas.openxmlformats.org/officeDocument/2006/relationships/image"/><Relationship Id="rId41" Target="../media/image232.svg" Type="http://schemas.openxmlformats.org/officeDocument/2006/relationships/image"/><Relationship Id="rId42" Target="../media/image233.png" Type="http://schemas.openxmlformats.org/officeDocument/2006/relationships/image"/><Relationship Id="rId43" Target="../media/image234.svg" Type="http://schemas.openxmlformats.org/officeDocument/2006/relationships/image"/><Relationship Id="rId5" Target="../media/image9.jpeg" Type="http://schemas.openxmlformats.org/officeDocument/2006/relationships/image"/><Relationship Id="rId6" Target="../media/image197.png" Type="http://schemas.openxmlformats.org/officeDocument/2006/relationships/image"/><Relationship Id="rId7" Target="../media/image198.svg" Type="http://schemas.openxmlformats.org/officeDocument/2006/relationships/image"/><Relationship Id="rId8" Target="../media/image199.png" Type="http://schemas.openxmlformats.org/officeDocument/2006/relationships/image"/><Relationship Id="rId9" Target="../media/image20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1.png" Type="http://schemas.openxmlformats.org/officeDocument/2006/relationships/image"/><Relationship Id="rId11" Target="../media/image242.svg" Type="http://schemas.openxmlformats.org/officeDocument/2006/relationships/image"/><Relationship Id="rId12" Target="../media/image243.png" Type="http://schemas.openxmlformats.org/officeDocument/2006/relationships/image"/><Relationship Id="rId13" Target="../media/image244.svg" Type="http://schemas.openxmlformats.org/officeDocument/2006/relationships/image"/><Relationship Id="rId14" Target="../media/image245.png" Type="http://schemas.openxmlformats.org/officeDocument/2006/relationships/image"/><Relationship Id="rId15" Target="../media/image246.svg" Type="http://schemas.openxmlformats.org/officeDocument/2006/relationships/image"/><Relationship Id="rId16" Target="../media/image247.png" Type="http://schemas.openxmlformats.org/officeDocument/2006/relationships/image"/><Relationship Id="rId17" Target="../media/image248.svg" Type="http://schemas.openxmlformats.org/officeDocument/2006/relationships/image"/><Relationship Id="rId18" Target="../media/image249.png" Type="http://schemas.openxmlformats.org/officeDocument/2006/relationships/image"/><Relationship Id="rId19" Target="../media/image250.svg" Type="http://schemas.openxmlformats.org/officeDocument/2006/relationships/image"/><Relationship Id="rId2" Target="../media/image1.jpeg" Type="http://schemas.openxmlformats.org/officeDocument/2006/relationships/image"/><Relationship Id="rId20" Target="../media/image251.png" Type="http://schemas.openxmlformats.org/officeDocument/2006/relationships/image"/><Relationship Id="rId21" Target="../media/image252.svg" Type="http://schemas.openxmlformats.org/officeDocument/2006/relationships/image"/><Relationship Id="rId22" Target="../media/image253.png" Type="http://schemas.openxmlformats.org/officeDocument/2006/relationships/image"/><Relationship Id="rId23" Target="../media/image254.svg" Type="http://schemas.openxmlformats.org/officeDocument/2006/relationships/image"/><Relationship Id="rId24" Target="../media/image255.png" Type="http://schemas.openxmlformats.org/officeDocument/2006/relationships/image"/><Relationship Id="rId25" Target="../media/image256.svg" Type="http://schemas.openxmlformats.org/officeDocument/2006/relationships/image"/><Relationship Id="rId26" Target="../media/image257.png" Type="http://schemas.openxmlformats.org/officeDocument/2006/relationships/image"/><Relationship Id="rId27" Target="../media/image258.svg" Type="http://schemas.openxmlformats.org/officeDocument/2006/relationships/image"/><Relationship Id="rId28" Target="../media/image259.png" Type="http://schemas.openxmlformats.org/officeDocument/2006/relationships/image"/><Relationship Id="rId29" Target="../media/image260.svg" Type="http://schemas.openxmlformats.org/officeDocument/2006/relationships/image"/><Relationship Id="rId3" Target="../media/image235.png" Type="http://schemas.openxmlformats.org/officeDocument/2006/relationships/image"/><Relationship Id="rId4" Target="../media/image236.svg" Type="http://schemas.openxmlformats.org/officeDocument/2006/relationships/image"/><Relationship Id="rId5" Target="../media/image9.jpeg" Type="http://schemas.openxmlformats.org/officeDocument/2006/relationships/image"/><Relationship Id="rId6" Target="../media/image237.png" Type="http://schemas.openxmlformats.org/officeDocument/2006/relationships/image"/><Relationship Id="rId7" Target="../media/image238.svg" Type="http://schemas.openxmlformats.org/officeDocument/2006/relationships/image"/><Relationship Id="rId8" Target="../media/image239.png" Type="http://schemas.openxmlformats.org/officeDocument/2006/relationships/image"/><Relationship Id="rId9" Target="../media/image24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8.svg" Type="http://schemas.openxmlformats.org/officeDocument/2006/relationships/image"/><Relationship Id="rId11" Target="../media/image262.png" Type="http://schemas.openxmlformats.org/officeDocument/2006/relationships/image"/><Relationship Id="rId12" Target="../media/image263.svg" Type="http://schemas.openxmlformats.org/officeDocument/2006/relationships/image"/><Relationship Id="rId13" Target="../media/image221.png" Type="http://schemas.openxmlformats.org/officeDocument/2006/relationships/image"/><Relationship Id="rId14" Target="../media/image222.svg" Type="http://schemas.openxmlformats.org/officeDocument/2006/relationships/image"/><Relationship Id="rId15" Target="../media/image225.png" Type="http://schemas.openxmlformats.org/officeDocument/2006/relationships/image"/><Relationship Id="rId16" Target="../media/image226.svg" Type="http://schemas.openxmlformats.org/officeDocument/2006/relationships/image"/><Relationship Id="rId17" Target="../media/image264.png" Type="http://schemas.openxmlformats.org/officeDocument/2006/relationships/image"/><Relationship Id="rId18" Target="../media/image265.svg" Type="http://schemas.openxmlformats.org/officeDocument/2006/relationships/image"/><Relationship Id="rId19" Target="../media/image266.png" Type="http://schemas.openxmlformats.org/officeDocument/2006/relationships/image"/><Relationship Id="rId2" Target="../media/image1.jpeg" Type="http://schemas.openxmlformats.org/officeDocument/2006/relationships/image"/><Relationship Id="rId20" Target="../media/image267.svg" Type="http://schemas.openxmlformats.org/officeDocument/2006/relationships/image"/><Relationship Id="rId21" Target="../media/image268.png" Type="http://schemas.openxmlformats.org/officeDocument/2006/relationships/image"/><Relationship Id="rId22" Target="../media/image269.svg" Type="http://schemas.openxmlformats.org/officeDocument/2006/relationships/image"/><Relationship Id="rId23" Target="../media/image270.png" Type="http://schemas.openxmlformats.org/officeDocument/2006/relationships/image"/><Relationship Id="rId24" Target="../media/image271.svg" Type="http://schemas.openxmlformats.org/officeDocument/2006/relationships/image"/><Relationship Id="rId25" Target="../media/image272.png" Type="http://schemas.openxmlformats.org/officeDocument/2006/relationships/image"/><Relationship Id="rId26" Target="../media/image273.png" Type="http://schemas.openxmlformats.org/officeDocument/2006/relationships/image"/><Relationship Id="rId27" Target="../media/image274.png" Type="http://schemas.openxmlformats.org/officeDocument/2006/relationships/image"/><Relationship Id="rId28" Target="../media/image275.png" Type="http://schemas.openxmlformats.org/officeDocument/2006/relationships/image"/><Relationship Id="rId29" Target="../media/image276.png" Type="http://schemas.openxmlformats.org/officeDocument/2006/relationships/image"/><Relationship Id="rId3" Target="../media/image9.jpeg" Type="http://schemas.openxmlformats.org/officeDocument/2006/relationships/image"/><Relationship Id="rId30" Target="../media/image277.png" Type="http://schemas.openxmlformats.org/officeDocument/2006/relationships/image"/><Relationship Id="rId31" Target="../media/image278.svg" Type="http://schemas.openxmlformats.org/officeDocument/2006/relationships/image"/><Relationship Id="rId32" Target="../media/image107.png" Type="http://schemas.openxmlformats.org/officeDocument/2006/relationships/image"/><Relationship Id="rId33" Target="../media/image279.png" Type="http://schemas.openxmlformats.org/officeDocument/2006/relationships/image"/><Relationship Id="rId34" Target="../media/image280.png" Type="http://schemas.openxmlformats.org/officeDocument/2006/relationships/image"/><Relationship Id="rId35" Target="../media/image281.png" Type="http://schemas.openxmlformats.org/officeDocument/2006/relationships/image"/><Relationship Id="rId36" Target="../media/image282.png" Type="http://schemas.openxmlformats.org/officeDocument/2006/relationships/image"/><Relationship Id="rId4" Target="../media/image205.png" Type="http://schemas.openxmlformats.org/officeDocument/2006/relationships/image"/><Relationship Id="rId5" Target="../media/image206.svg" Type="http://schemas.openxmlformats.org/officeDocument/2006/relationships/image"/><Relationship Id="rId6" Target="../media/image261.png" Type="http://schemas.openxmlformats.org/officeDocument/2006/relationships/image"/><Relationship Id="rId7" Target="../media/image213.png" Type="http://schemas.openxmlformats.org/officeDocument/2006/relationships/image"/><Relationship Id="rId8" Target="../media/image214.svg" Type="http://schemas.openxmlformats.org/officeDocument/2006/relationships/image"/><Relationship Id="rId9" Target="../media/image19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3.png" Type="http://schemas.openxmlformats.org/officeDocument/2006/relationships/image"/><Relationship Id="rId3" Target="../media/image284.svg" Type="http://schemas.openxmlformats.org/officeDocument/2006/relationships/image"/><Relationship Id="rId4" Target="../media/image9.jpeg" Type="http://schemas.openxmlformats.org/officeDocument/2006/relationships/image"/><Relationship Id="rId5" Target="../media/image285.png" Type="http://schemas.openxmlformats.org/officeDocument/2006/relationships/image"/><Relationship Id="rId6" Target="../media/image286.svg" Type="http://schemas.openxmlformats.org/officeDocument/2006/relationships/image"/><Relationship Id="rId7" Target="../media/image287.png" Type="http://schemas.openxmlformats.org/officeDocument/2006/relationships/image"/><Relationship Id="rId8" Target="../media/image28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5.png" Type="http://schemas.openxmlformats.org/officeDocument/2006/relationships/image"/><Relationship Id="rId11" Target="../media/image296.svg" Type="http://schemas.openxmlformats.org/officeDocument/2006/relationships/image"/><Relationship Id="rId12" Target="../media/image297.png" Type="http://schemas.openxmlformats.org/officeDocument/2006/relationships/image"/><Relationship Id="rId13" Target="../media/image298.svg" Type="http://schemas.openxmlformats.org/officeDocument/2006/relationships/image"/><Relationship Id="rId14" Target="../media/image299.png" Type="http://schemas.openxmlformats.org/officeDocument/2006/relationships/image"/><Relationship Id="rId15" Target="../media/image300.svg" Type="http://schemas.openxmlformats.org/officeDocument/2006/relationships/image"/><Relationship Id="rId16" Target="../media/image301.png" Type="http://schemas.openxmlformats.org/officeDocument/2006/relationships/image"/><Relationship Id="rId17" Target="../media/image302.svg" Type="http://schemas.openxmlformats.org/officeDocument/2006/relationships/image"/><Relationship Id="rId18" Target="../media/image303.png" Type="http://schemas.openxmlformats.org/officeDocument/2006/relationships/image"/><Relationship Id="rId19" Target="../media/image304.svg" Type="http://schemas.openxmlformats.org/officeDocument/2006/relationships/image"/><Relationship Id="rId2" Target="../media/image1.jpeg" Type="http://schemas.openxmlformats.org/officeDocument/2006/relationships/image"/><Relationship Id="rId20" Target="../media/image305.png" Type="http://schemas.openxmlformats.org/officeDocument/2006/relationships/image"/><Relationship Id="rId21" Target="../media/image306.svg" Type="http://schemas.openxmlformats.org/officeDocument/2006/relationships/image"/><Relationship Id="rId22" Target="../media/image307.png" Type="http://schemas.openxmlformats.org/officeDocument/2006/relationships/image"/><Relationship Id="rId23" Target="../media/image308.svg" Type="http://schemas.openxmlformats.org/officeDocument/2006/relationships/image"/><Relationship Id="rId24" Target="../media/image309.png" Type="http://schemas.openxmlformats.org/officeDocument/2006/relationships/image"/><Relationship Id="rId25" Target="../media/image310.svg" Type="http://schemas.openxmlformats.org/officeDocument/2006/relationships/image"/><Relationship Id="rId26" Target="../media/image311.png" Type="http://schemas.openxmlformats.org/officeDocument/2006/relationships/image"/><Relationship Id="rId27" Target="../media/image312.svg" Type="http://schemas.openxmlformats.org/officeDocument/2006/relationships/image"/><Relationship Id="rId28" Target="../media/image313.png" Type="http://schemas.openxmlformats.org/officeDocument/2006/relationships/image"/><Relationship Id="rId29" Target="../media/image314.svg" Type="http://schemas.openxmlformats.org/officeDocument/2006/relationships/image"/><Relationship Id="rId3" Target="../media/image289.png" Type="http://schemas.openxmlformats.org/officeDocument/2006/relationships/image"/><Relationship Id="rId30" Target="../media/image315.png" Type="http://schemas.openxmlformats.org/officeDocument/2006/relationships/image"/><Relationship Id="rId31" Target="../media/image316.svg" Type="http://schemas.openxmlformats.org/officeDocument/2006/relationships/image"/><Relationship Id="rId32" Target="../media/image317.png" Type="http://schemas.openxmlformats.org/officeDocument/2006/relationships/image"/><Relationship Id="rId33" Target="../media/image318.svg" Type="http://schemas.openxmlformats.org/officeDocument/2006/relationships/image"/><Relationship Id="rId34" Target="../media/image319.png" Type="http://schemas.openxmlformats.org/officeDocument/2006/relationships/image"/><Relationship Id="rId35" Target="../media/image320.svg" Type="http://schemas.openxmlformats.org/officeDocument/2006/relationships/image"/><Relationship Id="rId36" Target="../media/image321.png" Type="http://schemas.openxmlformats.org/officeDocument/2006/relationships/image"/><Relationship Id="rId37" Target="../media/image322.svg" Type="http://schemas.openxmlformats.org/officeDocument/2006/relationships/image"/><Relationship Id="rId38" Target="../media/image323.png" Type="http://schemas.openxmlformats.org/officeDocument/2006/relationships/image"/><Relationship Id="rId39" Target="../media/image324.svg" Type="http://schemas.openxmlformats.org/officeDocument/2006/relationships/image"/><Relationship Id="rId4" Target="../media/image290.svg" Type="http://schemas.openxmlformats.org/officeDocument/2006/relationships/image"/><Relationship Id="rId40" Target="../media/image2.png" Type="http://schemas.openxmlformats.org/officeDocument/2006/relationships/image"/><Relationship Id="rId41" Target="../media/image325.png" Type="http://schemas.openxmlformats.org/officeDocument/2006/relationships/image"/><Relationship Id="rId42" Target="../media/image326.svg" Type="http://schemas.openxmlformats.org/officeDocument/2006/relationships/image"/><Relationship Id="rId5" Target="../media/image9.jpeg" Type="http://schemas.openxmlformats.org/officeDocument/2006/relationships/image"/><Relationship Id="rId6" Target="../media/image291.png" Type="http://schemas.openxmlformats.org/officeDocument/2006/relationships/image"/><Relationship Id="rId7" Target="../media/image292.svg" Type="http://schemas.openxmlformats.org/officeDocument/2006/relationships/image"/><Relationship Id="rId8" Target="../media/image293.png" Type="http://schemas.openxmlformats.org/officeDocument/2006/relationships/image"/><Relationship Id="rId9" Target="../media/image29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4.png" Type="http://schemas.openxmlformats.org/officeDocument/2006/relationships/image"/><Relationship Id="rId11" Target="../media/image335.jpeg" Type="http://schemas.openxmlformats.org/officeDocument/2006/relationships/image"/><Relationship Id="rId12" Target="../media/image336.jpeg" Type="http://schemas.openxmlformats.org/officeDocument/2006/relationships/image"/><Relationship Id="rId13" Target="../media/image337.jpeg" Type="http://schemas.openxmlformats.org/officeDocument/2006/relationships/image"/><Relationship Id="rId14" Target="../media/image338.jpeg" Type="http://schemas.openxmlformats.org/officeDocument/2006/relationships/image"/><Relationship Id="rId2" Target="../media/image9.jpeg" Type="http://schemas.openxmlformats.org/officeDocument/2006/relationships/image"/><Relationship Id="rId3" Target="../media/image327.png" Type="http://schemas.openxmlformats.org/officeDocument/2006/relationships/image"/><Relationship Id="rId4" Target="../media/image328.svg" Type="http://schemas.openxmlformats.org/officeDocument/2006/relationships/image"/><Relationship Id="rId5" Target="../media/image329.jpeg" Type="http://schemas.openxmlformats.org/officeDocument/2006/relationships/image"/><Relationship Id="rId6" Target="../media/image330.jpeg" Type="http://schemas.openxmlformats.org/officeDocument/2006/relationships/image"/><Relationship Id="rId7" Target="../media/image331.png" Type="http://schemas.openxmlformats.org/officeDocument/2006/relationships/image"/><Relationship Id="rId8" Target="../media/image332.svg" Type="http://schemas.openxmlformats.org/officeDocument/2006/relationships/image"/><Relationship Id="rId9" Target="../media/image33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39.png" Type="http://schemas.openxmlformats.org/officeDocument/2006/relationships/image"/><Relationship Id="rId4" Target="../media/image340.svg" Type="http://schemas.openxmlformats.org/officeDocument/2006/relationships/image"/><Relationship Id="rId5" Target="../media/image327.png" Type="http://schemas.openxmlformats.org/officeDocument/2006/relationships/image"/><Relationship Id="rId6" Target="../media/image32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3.png" Type="http://schemas.openxmlformats.org/officeDocument/2006/relationships/image"/><Relationship Id="rId3" Target="../media/image284.svg" Type="http://schemas.openxmlformats.org/officeDocument/2006/relationships/image"/><Relationship Id="rId4" Target="../media/image341.png" Type="http://schemas.openxmlformats.org/officeDocument/2006/relationships/image"/><Relationship Id="rId5" Target="../media/image9.jpeg" Type="http://schemas.openxmlformats.org/officeDocument/2006/relationships/image"/><Relationship Id="rId6" Target="../media/image342.png" Type="http://schemas.openxmlformats.org/officeDocument/2006/relationships/image"/><Relationship Id="rId7" Target="../media/image34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97" y="-205857"/>
            <a:ext cx="18420793" cy="10492857"/>
            <a:chOff x="0" y="0"/>
            <a:chExt cx="240792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07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118242" y="889396"/>
            <a:ext cx="7093689" cy="7018326"/>
          </a:xfrm>
          <a:custGeom>
            <a:avLst/>
            <a:gdLst/>
            <a:ahLst/>
            <a:cxnLst/>
            <a:rect r="r" b="b" t="t" l="l"/>
            <a:pathLst>
              <a:path h="7018326" w="7093689">
                <a:moveTo>
                  <a:pt x="0" y="0"/>
                </a:moveTo>
                <a:lnTo>
                  <a:pt x="7093689" y="0"/>
                </a:lnTo>
                <a:lnTo>
                  <a:pt x="7093689" y="7018326"/>
                </a:lnTo>
                <a:lnTo>
                  <a:pt x="0" y="7018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38" t="0" r="-2433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46302" y="1661552"/>
            <a:ext cx="10031161" cy="10503834"/>
          </a:xfrm>
          <a:custGeom>
            <a:avLst/>
            <a:gdLst/>
            <a:ahLst/>
            <a:cxnLst/>
            <a:rect r="r" b="b" t="t" l="l"/>
            <a:pathLst>
              <a:path h="10503834" w="10031161">
                <a:moveTo>
                  <a:pt x="0" y="0"/>
                </a:moveTo>
                <a:lnTo>
                  <a:pt x="10031161" y="0"/>
                </a:lnTo>
                <a:lnTo>
                  <a:pt x="10031161" y="10503834"/>
                </a:lnTo>
                <a:lnTo>
                  <a:pt x="0" y="10503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492144" y="-482092"/>
            <a:ext cx="5483202" cy="5741573"/>
          </a:xfrm>
          <a:custGeom>
            <a:avLst/>
            <a:gdLst/>
            <a:ahLst/>
            <a:cxnLst/>
            <a:rect r="r" b="b" t="t" l="l"/>
            <a:pathLst>
              <a:path h="5741573" w="5483202">
                <a:moveTo>
                  <a:pt x="5483202" y="5741573"/>
                </a:moveTo>
                <a:lnTo>
                  <a:pt x="0" y="5741573"/>
                </a:lnTo>
                <a:lnTo>
                  <a:pt x="0" y="0"/>
                </a:lnTo>
                <a:lnTo>
                  <a:pt x="5483202" y="0"/>
                </a:lnTo>
                <a:lnTo>
                  <a:pt x="5483202" y="57415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56622" y="372450"/>
            <a:ext cx="10189511" cy="2369061"/>
          </a:xfrm>
          <a:custGeom>
            <a:avLst/>
            <a:gdLst/>
            <a:ahLst/>
            <a:cxnLst/>
            <a:rect r="r" b="b" t="t" l="l"/>
            <a:pathLst>
              <a:path h="2369061" w="10189511">
                <a:moveTo>
                  <a:pt x="0" y="0"/>
                </a:moveTo>
                <a:lnTo>
                  <a:pt x="10189511" y="0"/>
                </a:lnTo>
                <a:lnTo>
                  <a:pt x="10189511" y="2369061"/>
                </a:lnTo>
                <a:lnTo>
                  <a:pt x="0" y="2369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53991" y="7312410"/>
            <a:ext cx="11808619" cy="59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3408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Infraestrutura de Virtualização e Gestão Centralizada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59175" y="8446811"/>
            <a:ext cx="6067091" cy="42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603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“A tecnologia a serviço da educação”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2" r="0" b="-6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079" y="1499892"/>
            <a:ext cx="5285346" cy="3856873"/>
            <a:chOff x="0" y="0"/>
            <a:chExt cx="7047128" cy="5142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47103" cy="5142484"/>
            </a:xfrm>
            <a:custGeom>
              <a:avLst/>
              <a:gdLst/>
              <a:ahLst/>
              <a:cxnLst/>
              <a:rect r="r" b="b" t="t" l="l"/>
              <a:pathLst>
                <a:path h="5142484" w="7047103">
                  <a:moveTo>
                    <a:pt x="0" y="514223"/>
                  </a:moveTo>
                  <a:cubicBezTo>
                    <a:pt x="0" y="230251"/>
                    <a:pt x="230251" y="0"/>
                    <a:pt x="514223" y="0"/>
                  </a:cubicBezTo>
                  <a:lnTo>
                    <a:pt x="6532880" y="0"/>
                  </a:lnTo>
                  <a:cubicBezTo>
                    <a:pt x="6816852" y="0"/>
                    <a:pt x="7047103" y="230251"/>
                    <a:pt x="7047103" y="514223"/>
                  </a:cubicBezTo>
                  <a:lnTo>
                    <a:pt x="7047103" y="4628261"/>
                  </a:lnTo>
                  <a:cubicBezTo>
                    <a:pt x="7047103" y="4912233"/>
                    <a:pt x="6816852" y="5142484"/>
                    <a:pt x="6532880" y="5142484"/>
                  </a:cubicBezTo>
                  <a:lnTo>
                    <a:pt x="514223" y="5142484"/>
                  </a:lnTo>
                  <a:cubicBezTo>
                    <a:pt x="230251" y="5142484"/>
                    <a:pt x="0" y="4912233"/>
                    <a:pt x="0" y="462826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4FC3F7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42781" y="1714167"/>
            <a:ext cx="1714167" cy="2142706"/>
            <a:chOff x="0" y="0"/>
            <a:chExt cx="2285556" cy="28569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619" cy="2856992"/>
            </a:xfrm>
            <a:custGeom>
              <a:avLst/>
              <a:gdLst/>
              <a:ahLst/>
              <a:cxnLst/>
              <a:rect r="r" b="b" t="t" l="l"/>
              <a:pathLst>
                <a:path h="2856992" w="228561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011299" y="0"/>
                  </a:lnTo>
                  <a:cubicBezTo>
                    <a:pt x="2162810" y="0"/>
                    <a:pt x="2285619" y="122809"/>
                    <a:pt x="2285619" y="274320"/>
                  </a:cubicBezTo>
                  <a:lnTo>
                    <a:pt x="2285619" y="2582672"/>
                  </a:lnTo>
                  <a:cubicBezTo>
                    <a:pt x="2285619" y="2734183"/>
                    <a:pt x="2162810" y="2856992"/>
                    <a:pt x="2011299" y="2856992"/>
                  </a:cubicBezTo>
                  <a:lnTo>
                    <a:pt x="274320" y="2856992"/>
                  </a:lnTo>
                  <a:cubicBezTo>
                    <a:pt x="122809" y="2856992"/>
                    <a:pt x="0" y="2734183"/>
                    <a:pt x="0" y="2582672"/>
                  </a:cubicBezTo>
                  <a:close/>
                </a:path>
              </a:pathLst>
            </a:custGeom>
            <a:blipFill>
              <a:blip r:embed="rId3"/>
              <a:stretch>
                <a:fillRect l="0" t="-7580" r="0" b="-3464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071212" y="3999719"/>
            <a:ext cx="2714092" cy="399974"/>
            <a:chOff x="0" y="0"/>
            <a:chExt cx="3618789" cy="533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8865" cy="533400"/>
            </a:xfrm>
            <a:custGeom>
              <a:avLst/>
              <a:gdLst/>
              <a:ahLst/>
              <a:cxnLst/>
              <a:rect r="r" b="b" t="t" l="l"/>
              <a:pathLst>
                <a:path h="533400" w="3618865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3485515" y="0"/>
                  </a:lnTo>
                  <a:cubicBezTo>
                    <a:pt x="3559175" y="0"/>
                    <a:pt x="3618865" y="59690"/>
                    <a:pt x="3618865" y="133350"/>
                  </a:cubicBezTo>
                  <a:lnTo>
                    <a:pt x="3618865" y="400050"/>
                  </a:lnTo>
                  <a:cubicBezTo>
                    <a:pt x="3618865" y="473710"/>
                    <a:pt x="3559175" y="533400"/>
                    <a:pt x="3485515" y="533400"/>
                  </a:cubicBezTo>
                  <a:lnTo>
                    <a:pt x="133350" y="533400"/>
                  </a:lnTo>
                  <a:cubicBezTo>
                    <a:pt x="59690" y="533273"/>
                    <a:pt x="0" y="473583"/>
                    <a:pt x="0" y="399923"/>
                  </a:cubicBezTo>
                  <a:close/>
                </a:path>
              </a:pathLst>
            </a:custGeom>
            <a:solidFill>
              <a:srgbClr val="E1EEF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071212" y="3999719"/>
            <a:ext cx="2714092" cy="399974"/>
            <a:chOff x="0" y="0"/>
            <a:chExt cx="3618789" cy="533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8793" cy="533296"/>
            </a:xfrm>
            <a:custGeom>
              <a:avLst/>
              <a:gdLst/>
              <a:ahLst/>
              <a:cxnLst/>
              <a:rect r="r" b="b" t="t" l="l"/>
              <a:pathLst>
                <a:path h="533296" w="3618793">
                  <a:moveTo>
                    <a:pt x="0" y="0"/>
                  </a:moveTo>
                  <a:lnTo>
                    <a:pt x="3618793" y="0"/>
                  </a:lnTo>
                  <a:lnTo>
                    <a:pt x="361879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618789" cy="571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 b="true">
                  <a:solidFill>
                    <a:srgbClr val="0A4A6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Gestor do Projeto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99546" y="1499892"/>
            <a:ext cx="5285346" cy="3856873"/>
            <a:chOff x="0" y="0"/>
            <a:chExt cx="7047128" cy="51424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47103" cy="5142484"/>
            </a:xfrm>
            <a:custGeom>
              <a:avLst/>
              <a:gdLst/>
              <a:ahLst/>
              <a:cxnLst/>
              <a:rect r="r" b="b" t="t" l="l"/>
              <a:pathLst>
                <a:path h="5142484" w="7047103">
                  <a:moveTo>
                    <a:pt x="0" y="514223"/>
                  </a:moveTo>
                  <a:cubicBezTo>
                    <a:pt x="0" y="230251"/>
                    <a:pt x="230251" y="0"/>
                    <a:pt x="514223" y="0"/>
                  </a:cubicBezTo>
                  <a:lnTo>
                    <a:pt x="6532880" y="0"/>
                  </a:lnTo>
                  <a:cubicBezTo>
                    <a:pt x="6816852" y="0"/>
                    <a:pt x="7047103" y="230251"/>
                    <a:pt x="7047103" y="514223"/>
                  </a:cubicBezTo>
                  <a:lnTo>
                    <a:pt x="7047103" y="4628261"/>
                  </a:lnTo>
                  <a:cubicBezTo>
                    <a:pt x="7047103" y="4912233"/>
                    <a:pt x="6816852" y="5142484"/>
                    <a:pt x="6532880" y="5142484"/>
                  </a:cubicBezTo>
                  <a:lnTo>
                    <a:pt x="514223" y="5142484"/>
                  </a:lnTo>
                  <a:cubicBezTo>
                    <a:pt x="230251" y="5142484"/>
                    <a:pt x="0" y="4912233"/>
                    <a:pt x="0" y="462826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785239" y="1714167"/>
            <a:ext cx="1714167" cy="2142706"/>
            <a:chOff x="0" y="0"/>
            <a:chExt cx="2285556" cy="2856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5619" cy="2856992"/>
            </a:xfrm>
            <a:custGeom>
              <a:avLst/>
              <a:gdLst/>
              <a:ahLst/>
              <a:cxnLst/>
              <a:rect r="r" b="b" t="t" l="l"/>
              <a:pathLst>
                <a:path h="2856992" w="228561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011299" y="0"/>
                  </a:lnTo>
                  <a:cubicBezTo>
                    <a:pt x="2162810" y="0"/>
                    <a:pt x="2285619" y="122809"/>
                    <a:pt x="2285619" y="274320"/>
                  </a:cubicBezTo>
                  <a:lnTo>
                    <a:pt x="2285619" y="2582672"/>
                  </a:lnTo>
                  <a:cubicBezTo>
                    <a:pt x="2285619" y="2734183"/>
                    <a:pt x="2162810" y="2856992"/>
                    <a:pt x="2011299" y="2856992"/>
                  </a:cubicBezTo>
                  <a:lnTo>
                    <a:pt x="274320" y="2856992"/>
                  </a:lnTo>
                  <a:cubicBezTo>
                    <a:pt x="122809" y="2856992"/>
                    <a:pt x="0" y="2734183"/>
                    <a:pt x="0" y="2582672"/>
                  </a:cubicBezTo>
                  <a:close/>
                </a:path>
              </a:pathLst>
            </a:custGeom>
            <a:blipFill>
              <a:blip r:embed="rId5"/>
              <a:stretch>
                <a:fillRect l="-5211" t="0" r="-5211" b="-5704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13670" y="3999719"/>
            <a:ext cx="2714092" cy="399974"/>
            <a:chOff x="0" y="0"/>
            <a:chExt cx="3618789" cy="533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8865" cy="533400"/>
            </a:xfrm>
            <a:custGeom>
              <a:avLst/>
              <a:gdLst/>
              <a:ahLst/>
              <a:cxnLst/>
              <a:rect r="r" b="b" t="t" l="l"/>
              <a:pathLst>
                <a:path h="533400" w="3618865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3485515" y="0"/>
                  </a:lnTo>
                  <a:cubicBezTo>
                    <a:pt x="3559175" y="0"/>
                    <a:pt x="3618865" y="59690"/>
                    <a:pt x="3618865" y="133350"/>
                  </a:cubicBezTo>
                  <a:lnTo>
                    <a:pt x="3618865" y="400050"/>
                  </a:lnTo>
                  <a:cubicBezTo>
                    <a:pt x="3618865" y="473710"/>
                    <a:pt x="3559175" y="533400"/>
                    <a:pt x="3485515" y="533400"/>
                  </a:cubicBezTo>
                  <a:lnTo>
                    <a:pt x="133350" y="533400"/>
                  </a:lnTo>
                  <a:cubicBezTo>
                    <a:pt x="59690" y="533273"/>
                    <a:pt x="0" y="473583"/>
                    <a:pt x="0" y="399923"/>
                  </a:cubicBezTo>
                  <a:close/>
                </a:path>
              </a:pathLst>
            </a:custGeom>
            <a:solidFill>
              <a:srgbClr val="E8F5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13670" y="3999719"/>
            <a:ext cx="2714092" cy="399974"/>
            <a:chOff x="0" y="0"/>
            <a:chExt cx="3618789" cy="5332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8793" cy="533296"/>
            </a:xfrm>
            <a:custGeom>
              <a:avLst/>
              <a:gdLst/>
              <a:ahLst/>
              <a:cxnLst/>
              <a:rect r="r" b="b" t="t" l="l"/>
              <a:pathLst>
                <a:path h="533296" w="3618793">
                  <a:moveTo>
                    <a:pt x="0" y="0"/>
                  </a:moveTo>
                  <a:lnTo>
                    <a:pt x="3618793" y="0"/>
                  </a:lnTo>
                  <a:lnTo>
                    <a:pt x="361879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618789" cy="571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 b="true">
                  <a:solidFill>
                    <a:srgbClr val="7CB34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Firewall e Seguranca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42003" y="1499892"/>
            <a:ext cx="5285346" cy="3856873"/>
            <a:chOff x="0" y="0"/>
            <a:chExt cx="7047128" cy="51424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7103" cy="5142484"/>
            </a:xfrm>
            <a:custGeom>
              <a:avLst/>
              <a:gdLst/>
              <a:ahLst/>
              <a:cxnLst/>
              <a:rect r="r" b="b" t="t" l="l"/>
              <a:pathLst>
                <a:path h="5142484" w="7047103">
                  <a:moveTo>
                    <a:pt x="0" y="514223"/>
                  </a:moveTo>
                  <a:cubicBezTo>
                    <a:pt x="0" y="230251"/>
                    <a:pt x="230251" y="0"/>
                    <a:pt x="514223" y="0"/>
                  </a:cubicBezTo>
                  <a:lnTo>
                    <a:pt x="6532880" y="0"/>
                  </a:lnTo>
                  <a:cubicBezTo>
                    <a:pt x="6816852" y="0"/>
                    <a:pt x="7047103" y="230251"/>
                    <a:pt x="7047103" y="514223"/>
                  </a:cubicBezTo>
                  <a:lnTo>
                    <a:pt x="7047103" y="4628261"/>
                  </a:lnTo>
                  <a:cubicBezTo>
                    <a:pt x="7047103" y="4912233"/>
                    <a:pt x="6816852" y="5142484"/>
                    <a:pt x="6532880" y="5142484"/>
                  </a:cubicBezTo>
                  <a:lnTo>
                    <a:pt x="514223" y="5142484"/>
                  </a:lnTo>
                  <a:cubicBezTo>
                    <a:pt x="230251" y="5142484"/>
                    <a:pt x="0" y="4912233"/>
                    <a:pt x="0" y="462826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4FC3F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427696" y="1714167"/>
            <a:ext cx="1714167" cy="2142706"/>
            <a:chOff x="0" y="0"/>
            <a:chExt cx="2285556" cy="28569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5619" cy="2856992"/>
            </a:xfrm>
            <a:custGeom>
              <a:avLst/>
              <a:gdLst/>
              <a:ahLst/>
              <a:cxnLst/>
              <a:rect r="r" b="b" t="t" l="l"/>
              <a:pathLst>
                <a:path h="2856992" w="228561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011299" y="0"/>
                  </a:lnTo>
                  <a:cubicBezTo>
                    <a:pt x="2162810" y="0"/>
                    <a:pt x="2285619" y="122809"/>
                    <a:pt x="2285619" y="274320"/>
                  </a:cubicBezTo>
                  <a:lnTo>
                    <a:pt x="2285619" y="2582672"/>
                  </a:lnTo>
                  <a:cubicBezTo>
                    <a:pt x="2285619" y="2734183"/>
                    <a:pt x="2162810" y="2856992"/>
                    <a:pt x="2011299" y="2856992"/>
                  </a:cubicBezTo>
                  <a:lnTo>
                    <a:pt x="274320" y="2856992"/>
                  </a:lnTo>
                  <a:cubicBezTo>
                    <a:pt x="122809" y="2856992"/>
                    <a:pt x="0" y="2734183"/>
                    <a:pt x="0" y="2582672"/>
                  </a:cubicBezTo>
                  <a:close/>
                </a:path>
              </a:pathLst>
            </a:custGeom>
            <a:blipFill>
              <a:blip r:embed="rId6"/>
              <a:stretch>
                <a:fillRect l="0" t="-21111" r="0" b="-2111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356137" y="3999719"/>
            <a:ext cx="2714092" cy="399974"/>
            <a:chOff x="0" y="0"/>
            <a:chExt cx="3618789" cy="5332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18865" cy="533400"/>
            </a:xfrm>
            <a:custGeom>
              <a:avLst/>
              <a:gdLst/>
              <a:ahLst/>
              <a:cxnLst/>
              <a:rect r="r" b="b" t="t" l="l"/>
              <a:pathLst>
                <a:path h="533400" w="3618865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3485515" y="0"/>
                  </a:lnTo>
                  <a:cubicBezTo>
                    <a:pt x="3559175" y="0"/>
                    <a:pt x="3618865" y="59690"/>
                    <a:pt x="3618865" y="133350"/>
                  </a:cubicBezTo>
                  <a:lnTo>
                    <a:pt x="3618865" y="400050"/>
                  </a:lnTo>
                  <a:cubicBezTo>
                    <a:pt x="3618865" y="473710"/>
                    <a:pt x="3559175" y="533400"/>
                    <a:pt x="3485515" y="533400"/>
                  </a:cubicBezTo>
                  <a:lnTo>
                    <a:pt x="133350" y="533400"/>
                  </a:lnTo>
                  <a:cubicBezTo>
                    <a:pt x="59690" y="533273"/>
                    <a:pt x="0" y="473583"/>
                    <a:pt x="0" y="399923"/>
                  </a:cubicBezTo>
                  <a:close/>
                </a:path>
              </a:pathLst>
            </a:custGeom>
            <a:solidFill>
              <a:srgbClr val="E1EEF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356137" y="3999719"/>
            <a:ext cx="2714092" cy="399974"/>
            <a:chOff x="0" y="0"/>
            <a:chExt cx="3618789" cy="5332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18793" cy="533296"/>
            </a:xfrm>
            <a:custGeom>
              <a:avLst/>
              <a:gdLst/>
              <a:ahLst/>
              <a:cxnLst/>
              <a:rect r="r" b="b" t="t" l="l"/>
              <a:pathLst>
                <a:path h="533296" w="3618793">
                  <a:moveTo>
                    <a:pt x="0" y="0"/>
                  </a:moveTo>
                  <a:lnTo>
                    <a:pt x="3618793" y="0"/>
                  </a:lnTo>
                  <a:lnTo>
                    <a:pt x="361879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618789" cy="571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 b="true">
                  <a:solidFill>
                    <a:srgbClr val="0A4A6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Documentacao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85451" y="5642458"/>
            <a:ext cx="5285346" cy="3856873"/>
            <a:chOff x="0" y="0"/>
            <a:chExt cx="7047128" cy="51424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47103" cy="5142484"/>
            </a:xfrm>
            <a:custGeom>
              <a:avLst/>
              <a:gdLst/>
              <a:ahLst/>
              <a:cxnLst/>
              <a:rect r="r" b="b" t="t" l="l"/>
              <a:pathLst>
                <a:path h="5142484" w="7047103">
                  <a:moveTo>
                    <a:pt x="0" y="514223"/>
                  </a:moveTo>
                  <a:cubicBezTo>
                    <a:pt x="0" y="230251"/>
                    <a:pt x="230251" y="0"/>
                    <a:pt x="514223" y="0"/>
                  </a:cubicBezTo>
                  <a:lnTo>
                    <a:pt x="6532880" y="0"/>
                  </a:lnTo>
                  <a:cubicBezTo>
                    <a:pt x="6816852" y="0"/>
                    <a:pt x="7047103" y="230251"/>
                    <a:pt x="7047103" y="514223"/>
                  </a:cubicBezTo>
                  <a:lnTo>
                    <a:pt x="7047103" y="4628261"/>
                  </a:lnTo>
                  <a:cubicBezTo>
                    <a:pt x="7047103" y="4912233"/>
                    <a:pt x="6816852" y="5142484"/>
                    <a:pt x="6532880" y="5142484"/>
                  </a:cubicBezTo>
                  <a:lnTo>
                    <a:pt x="514223" y="5142484"/>
                  </a:lnTo>
                  <a:cubicBezTo>
                    <a:pt x="230251" y="5142484"/>
                    <a:pt x="0" y="4912233"/>
                    <a:pt x="0" y="462826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971153" y="5856732"/>
            <a:ext cx="1714167" cy="2142706"/>
            <a:chOff x="0" y="0"/>
            <a:chExt cx="2285556" cy="28569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5619" cy="2856992"/>
            </a:xfrm>
            <a:custGeom>
              <a:avLst/>
              <a:gdLst/>
              <a:ahLst/>
              <a:cxnLst/>
              <a:rect r="r" b="b" t="t" l="l"/>
              <a:pathLst>
                <a:path h="2856992" w="228561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011299" y="0"/>
                  </a:lnTo>
                  <a:cubicBezTo>
                    <a:pt x="2162810" y="0"/>
                    <a:pt x="2285619" y="122809"/>
                    <a:pt x="2285619" y="274320"/>
                  </a:cubicBezTo>
                  <a:lnTo>
                    <a:pt x="2285619" y="2582672"/>
                  </a:lnTo>
                  <a:cubicBezTo>
                    <a:pt x="2285619" y="2734183"/>
                    <a:pt x="2162810" y="2856992"/>
                    <a:pt x="2011299" y="2856992"/>
                  </a:cubicBezTo>
                  <a:lnTo>
                    <a:pt x="274320" y="2856992"/>
                  </a:lnTo>
                  <a:cubicBezTo>
                    <a:pt x="122809" y="2856992"/>
                    <a:pt x="0" y="2734183"/>
                    <a:pt x="0" y="2582672"/>
                  </a:cubicBezTo>
                  <a:close/>
                </a:path>
              </a:pathLst>
            </a:custGeom>
            <a:blipFill>
              <a:blip r:embed="rId7"/>
              <a:stretch>
                <a:fillRect l="0" t="-1194" r="0" b="-41201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899585" y="8142284"/>
            <a:ext cx="2714092" cy="399974"/>
            <a:chOff x="0" y="0"/>
            <a:chExt cx="3618789" cy="5332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18865" cy="533400"/>
            </a:xfrm>
            <a:custGeom>
              <a:avLst/>
              <a:gdLst/>
              <a:ahLst/>
              <a:cxnLst/>
              <a:rect r="r" b="b" t="t" l="l"/>
              <a:pathLst>
                <a:path h="533400" w="3618865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3485515" y="0"/>
                  </a:lnTo>
                  <a:cubicBezTo>
                    <a:pt x="3559175" y="0"/>
                    <a:pt x="3618865" y="59690"/>
                    <a:pt x="3618865" y="133350"/>
                  </a:cubicBezTo>
                  <a:lnTo>
                    <a:pt x="3618865" y="400050"/>
                  </a:lnTo>
                  <a:cubicBezTo>
                    <a:pt x="3618865" y="473710"/>
                    <a:pt x="3559175" y="533400"/>
                    <a:pt x="3485515" y="533400"/>
                  </a:cubicBezTo>
                  <a:lnTo>
                    <a:pt x="133350" y="533400"/>
                  </a:lnTo>
                  <a:cubicBezTo>
                    <a:pt x="59690" y="533273"/>
                    <a:pt x="0" y="473583"/>
                    <a:pt x="0" y="399923"/>
                  </a:cubicBezTo>
                  <a:close/>
                </a:path>
              </a:pathLst>
            </a:custGeom>
            <a:solidFill>
              <a:srgbClr val="E8F5E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899585" y="8142284"/>
            <a:ext cx="2714092" cy="399974"/>
            <a:chOff x="0" y="0"/>
            <a:chExt cx="3618789" cy="53329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18793" cy="533296"/>
            </a:xfrm>
            <a:custGeom>
              <a:avLst/>
              <a:gdLst/>
              <a:ahLst/>
              <a:cxnLst/>
              <a:rect r="r" b="b" t="t" l="l"/>
              <a:pathLst>
                <a:path h="533296" w="3618793">
                  <a:moveTo>
                    <a:pt x="0" y="0"/>
                  </a:moveTo>
                  <a:lnTo>
                    <a:pt x="3618793" y="0"/>
                  </a:lnTo>
                  <a:lnTo>
                    <a:pt x="361879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618789" cy="571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 b="true">
                  <a:solidFill>
                    <a:srgbClr val="7CB34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Armazenamento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27918" y="5642458"/>
            <a:ext cx="5285346" cy="3856873"/>
            <a:chOff x="0" y="0"/>
            <a:chExt cx="7047128" cy="51424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47103" cy="5142484"/>
            </a:xfrm>
            <a:custGeom>
              <a:avLst/>
              <a:gdLst/>
              <a:ahLst/>
              <a:cxnLst/>
              <a:rect r="r" b="b" t="t" l="l"/>
              <a:pathLst>
                <a:path h="5142484" w="7047103">
                  <a:moveTo>
                    <a:pt x="0" y="514223"/>
                  </a:moveTo>
                  <a:cubicBezTo>
                    <a:pt x="0" y="230251"/>
                    <a:pt x="230251" y="0"/>
                    <a:pt x="514223" y="0"/>
                  </a:cubicBezTo>
                  <a:lnTo>
                    <a:pt x="6532880" y="0"/>
                  </a:lnTo>
                  <a:cubicBezTo>
                    <a:pt x="6816852" y="0"/>
                    <a:pt x="7047103" y="230251"/>
                    <a:pt x="7047103" y="514223"/>
                  </a:cubicBezTo>
                  <a:lnTo>
                    <a:pt x="7047103" y="4628261"/>
                  </a:lnTo>
                  <a:cubicBezTo>
                    <a:pt x="7047103" y="4912233"/>
                    <a:pt x="6816852" y="5142484"/>
                    <a:pt x="6532880" y="5142484"/>
                  </a:cubicBezTo>
                  <a:lnTo>
                    <a:pt x="514223" y="5142484"/>
                  </a:lnTo>
                  <a:cubicBezTo>
                    <a:pt x="230251" y="5142484"/>
                    <a:pt x="0" y="4912233"/>
                    <a:pt x="0" y="462826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4FC3F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613611" y="5856732"/>
            <a:ext cx="1714167" cy="2142706"/>
            <a:chOff x="0" y="0"/>
            <a:chExt cx="2285556" cy="28569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85619" cy="2856992"/>
            </a:xfrm>
            <a:custGeom>
              <a:avLst/>
              <a:gdLst/>
              <a:ahLst/>
              <a:cxnLst/>
              <a:rect r="r" b="b" t="t" l="l"/>
              <a:pathLst>
                <a:path h="2856992" w="228561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011299" y="0"/>
                  </a:lnTo>
                  <a:cubicBezTo>
                    <a:pt x="2162810" y="0"/>
                    <a:pt x="2285619" y="122809"/>
                    <a:pt x="2285619" y="274320"/>
                  </a:cubicBezTo>
                  <a:lnTo>
                    <a:pt x="2285619" y="2582672"/>
                  </a:lnTo>
                  <a:cubicBezTo>
                    <a:pt x="2285619" y="2734183"/>
                    <a:pt x="2162810" y="2856992"/>
                    <a:pt x="2011299" y="2856992"/>
                  </a:cubicBezTo>
                  <a:lnTo>
                    <a:pt x="274320" y="2856992"/>
                  </a:lnTo>
                  <a:cubicBezTo>
                    <a:pt x="122809" y="2856992"/>
                    <a:pt x="0" y="2734183"/>
                    <a:pt x="0" y="2582672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-4239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542043" y="8142284"/>
            <a:ext cx="2714092" cy="399974"/>
            <a:chOff x="0" y="0"/>
            <a:chExt cx="3618789" cy="53329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18865" cy="533400"/>
            </a:xfrm>
            <a:custGeom>
              <a:avLst/>
              <a:gdLst/>
              <a:ahLst/>
              <a:cxnLst/>
              <a:rect r="r" b="b" t="t" l="l"/>
              <a:pathLst>
                <a:path h="533400" w="3618865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3485515" y="0"/>
                  </a:lnTo>
                  <a:cubicBezTo>
                    <a:pt x="3559175" y="0"/>
                    <a:pt x="3618865" y="59690"/>
                    <a:pt x="3618865" y="133350"/>
                  </a:cubicBezTo>
                  <a:lnTo>
                    <a:pt x="3618865" y="400050"/>
                  </a:lnTo>
                  <a:cubicBezTo>
                    <a:pt x="3618865" y="473710"/>
                    <a:pt x="3559175" y="533400"/>
                    <a:pt x="3485515" y="533400"/>
                  </a:cubicBezTo>
                  <a:lnTo>
                    <a:pt x="133350" y="533400"/>
                  </a:lnTo>
                  <a:cubicBezTo>
                    <a:pt x="59690" y="533273"/>
                    <a:pt x="0" y="473583"/>
                    <a:pt x="0" y="399923"/>
                  </a:cubicBezTo>
                  <a:close/>
                </a:path>
              </a:pathLst>
            </a:custGeom>
            <a:solidFill>
              <a:srgbClr val="E1EEF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42043" y="8142284"/>
            <a:ext cx="2714092" cy="399974"/>
            <a:chOff x="0" y="0"/>
            <a:chExt cx="3618789" cy="53329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18793" cy="533296"/>
            </a:xfrm>
            <a:custGeom>
              <a:avLst/>
              <a:gdLst/>
              <a:ahLst/>
              <a:cxnLst/>
              <a:rect r="r" b="b" t="t" l="l"/>
              <a:pathLst>
                <a:path h="533296" w="3618793">
                  <a:moveTo>
                    <a:pt x="0" y="0"/>
                  </a:moveTo>
                  <a:lnTo>
                    <a:pt x="3618793" y="0"/>
                  </a:lnTo>
                  <a:lnTo>
                    <a:pt x="361879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618789" cy="571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 b="true">
                  <a:solidFill>
                    <a:srgbClr val="0A4A6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Firewall e Seguranca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855954" y="9856451"/>
            <a:ext cx="857079" cy="285693"/>
            <a:chOff x="0" y="0"/>
            <a:chExt cx="1142771" cy="3809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42777" cy="380926"/>
            </a:xfrm>
            <a:custGeom>
              <a:avLst/>
              <a:gdLst/>
              <a:ahLst/>
              <a:cxnLst/>
              <a:rect r="r" b="b" t="t" l="l"/>
              <a:pathLst>
                <a:path h="380926" w="1142777">
                  <a:moveTo>
                    <a:pt x="0" y="0"/>
                  </a:moveTo>
                  <a:lnTo>
                    <a:pt x="1142777" y="0"/>
                  </a:lnTo>
                  <a:lnTo>
                    <a:pt x="1142777" y="380926"/>
                  </a:lnTo>
                  <a:lnTo>
                    <a:pt x="0" y="3809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1142771" cy="457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5"/>
                </a:lnSpc>
              </a:pPr>
              <a:r>
                <a:rPr lang="en-US" sz="1574">
                  <a:solidFill>
                    <a:srgbClr val="5A6B7C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71500" y="571500"/>
            <a:ext cx="800100" cy="800100"/>
            <a:chOff x="0" y="0"/>
            <a:chExt cx="1066800" cy="1066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757238" y="800100"/>
            <a:ext cx="428625" cy="342900"/>
          </a:xfrm>
          <a:custGeom>
            <a:avLst/>
            <a:gdLst/>
            <a:ahLst/>
            <a:cxnLst/>
            <a:rect r="r" b="b" t="t" l="l"/>
            <a:pathLst>
              <a:path h="342900" w="428625">
                <a:moveTo>
                  <a:pt x="0" y="0"/>
                </a:moveTo>
                <a:lnTo>
                  <a:pt x="428624" y="0"/>
                </a:lnTo>
                <a:lnTo>
                  <a:pt x="428624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600200" y="600075"/>
            <a:ext cx="3371850" cy="571500"/>
            <a:chOff x="0" y="0"/>
            <a:chExt cx="4495800" cy="762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95800" cy="762000"/>
            </a:xfrm>
            <a:custGeom>
              <a:avLst/>
              <a:gdLst/>
              <a:ahLst/>
              <a:cxnLst/>
              <a:rect r="r" b="b" t="t" l="l"/>
              <a:pathLst>
                <a:path h="7620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47625"/>
              <a:ext cx="44958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b="true" sz="40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Nossa Equipe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00200" y="1285875"/>
            <a:ext cx="1371600" cy="57150"/>
            <a:chOff x="0" y="0"/>
            <a:chExt cx="1828800" cy="76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38100" y="0"/>
                  </a:moveTo>
                  <a:lnTo>
                    <a:pt x="1790700" y="0"/>
                  </a:lnTo>
                  <a:cubicBezTo>
                    <a:pt x="1811782" y="0"/>
                    <a:pt x="1828800" y="17018"/>
                    <a:pt x="1828800" y="38100"/>
                  </a:cubicBezTo>
                  <a:cubicBezTo>
                    <a:pt x="1828800" y="59182"/>
                    <a:pt x="1811782" y="76200"/>
                    <a:pt x="1790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3071212" y="1699860"/>
            <a:ext cx="2856938" cy="101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Vinicius Rene</a:t>
            </a:r>
          </a:p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Messias Cardoso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71212" y="2728370"/>
            <a:ext cx="2856938" cy="119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574">
                <a:solidFill>
                  <a:srgbClr val="5A6B7C"/>
                </a:solidFill>
                <a:latin typeface="Quattrocento"/>
                <a:ea typeface="Quattrocento"/>
                <a:cs typeface="Quattrocento"/>
                <a:sym typeface="Quattrocento"/>
              </a:rPr>
              <a:t>Organizador e Gestor do Projeto, Admin. de Servidores e Virtualizacao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713670" y="1699860"/>
            <a:ext cx="2856938" cy="101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Richard Rodrigues</a:t>
            </a:r>
          </a:p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dos Santos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713670" y="2699795"/>
            <a:ext cx="2856938" cy="79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687">
                <a:solidFill>
                  <a:srgbClr val="5A6B7C"/>
                </a:solidFill>
                <a:latin typeface="Quattrocento"/>
                <a:ea typeface="Quattrocento"/>
                <a:cs typeface="Quattrocento"/>
                <a:sym typeface="Quattrocento"/>
              </a:rPr>
              <a:t>Administrador de Firewall e Seguranca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356137" y="1699860"/>
            <a:ext cx="2856938" cy="101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Felipe Antonio de</a:t>
            </a:r>
          </a:p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Morais Carmo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356137" y="2699795"/>
            <a:ext cx="2856938" cy="12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687">
                <a:solidFill>
                  <a:srgbClr val="5A6B7C"/>
                </a:solidFill>
                <a:latin typeface="Quattrocento"/>
                <a:ea typeface="Quattrocento"/>
                <a:cs typeface="Quattrocento"/>
                <a:sym typeface="Quattrocento"/>
              </a:rPr>
              <a:t>Redator Academico e Analista de Documentacao Tecnica e Processos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899585" y="5842425"/>
            <a:ext cx="2856938" cy="101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Arthur Sanches</a:t>
            </a:r>
          </a:p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Brait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899585" y="6842360"/>
            <a:ext cx="2856938" cy="12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687">
                <a:solidFill>
                  <a:srgbClr val="5A6B7C"/>
                </a:solidFill>
                <a:latin typeface="Quattrocento"/>
                <a:ea typeface="Quattrocento"/>
                <a:cs typeface="Quattrocento"/>
                <a:sym typeface="Quattrocento"/>
              </a:rPr>
              <a:t>Administrador de Armazenamento e Analista de Backup e Containers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542043" y="5842425"/>
            <a:ext cx="2856938" cy="101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Nicolas Felicissimo</a:t>
            </a:r>
          </a:p>
          <a:p>
            <a:pPr algn="l">
              <a:lnSpc>
                <a:spcPts val="3509"/>
              </a:lnSpc>
            </a:pPr>
            <a:r>
              <a:rPr lang="en-US" sz="2249" b="true">
                <a:solidFill>
                  <a:srgbClr val="0A4A6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da Silva Morais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542043" y="6842360"/>
            <a:ext cx="2856938" cy="79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687">
                <a:solidFill>
                  <a:srgbClr val="5A6B7C"/>
                </a:solidFill>
                <a:latin typeface="Quattrocento"/>
                <a:ea typeface="Quattrocento"/>
                <a:cs typeface="Quattrocento"/>
                <a:sym typeface="Quattrocento"/>
              </a:rPr>
              <a:t>Administrador de Firewall e Seguranca</a:t>
            </a:r>
          </a:p>
        </p:txBody>
      </p:sp>
    </p:spTree>
  </p:cSld>
  <p:clrMapOvr>
    <a:masterClrMapping/>
  </p:clrMapOvr>
  <p:transition spd="med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093" y="-91557"/>
            <a:ext cx="19387228" cy="10492857"/>
            <a:chOff x="0" y="0"/>
            <a:chExt cx="253425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53425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342500">
                  <a:moveTo>
                    <a:pt x="0" y="0"/>
                  </a:moveTo>
                  <a:lnTo>
                    <a:pt x="25342500" y="0"/>
                  </a:lnTo>
                  <a:lnTo>
                    <a:pt x="253425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23" r="0" b="-26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37185"/>
            <a:ext cx="3028950" cy="886875"/>
            <a:chOff x="0" y="0"/>
            <a:chExt cx="4038600" cy="118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8600" cy="1182500"/>
            </a:xfrm>
            <a:custGeom>
              <a:avLst/>
              <a:gdLst/>
              <a:ahLst/>
              <a:cxnLst/>
              <a:rect r="r" b="b" t="t" l="l"/>
              <a:pathLst>
                <a:path h="11825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1182500"/>
                  </a:lnTo>
                  <a:lnTo>
                    <a:pt x="0" y="118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3" r="0" b="-521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4038600" cy="108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3"/>
                </a:lnSpc>
              </a:pPr>
              <a:r>
                <a:rPr lang="en-US" sz="4149" b="true">
                  <a:solidFill>
                    <a:srgbClr val="0A254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Sumário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38714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38100" y="0"/>
                  </a:moveTo>
                  <a:lnTo>
                    <a:pt x="1790700" y="0"/>
                  </a:lnTo>
                  <a:cubicBezTo>
                    <a:pt x="1811782" y="0"/>
                    <a:pt x="1828800" y="17018"/>
                    <a:pt x="1828800" y="38100"/>
                  </a:cubicBezTo>
                  <a:cubicBezTo>
                    <a:pt x="1828800" y="59182"/>
                    <a:pt x="1811782" y="76200"/>
                    <a:pt x="1790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9944" y="1707023"/>
            <a:ext cx="5299624" cy="3728314"/>
            <a:chOff x="0" y="0"/>
            <a:chExt cx="7066166" cy="49710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6153" cy="4971034"/>
            </a:xfrm>
            <a:custGeom>
              <a:avLst/>
              <a:gdLst/>
              <a:ahLst/>
              <a:cxnLst/>
              <a:rect r="r" b="b" t="t" l="l"/>
              <a:pathLst>
                <a:path h="4971034" w="7066153">
                  <a:moveTo>
                    <a:pt x="0" y="497078"/>
                  </a:moveTo>
                  <a:cubicBezTo>
                    <a:pt x="0" y="222504"/>
                    <a:pt x="222504" y="0"/>
                    <a:pt x="497078" y="0"/>
                  </a:cubicBezTo>
                  <a:lnTo>
                    <a:pt x="6569075" y="0"/>
                  </a:lnTo>
                  <a:cubicBezTo>
                    <a:pt x="6843649" y="0"/>
                    <a:pt x="7066153" y="222504"/>
                    <a:pt x="7066153" y="497078"/>
                  </a:cubicBezTo>
                  <a:lnTo>
                    <a:pt x="7066153" y="4473956"/>
                  </a:lnTo>
                  <a:cubicBezTo>
                    <a:pt x="7066153" y="4748530"/>
                    <a:pt x="6843649" y="4971034"/>
                    <a:pt x="6569075" y="4971034"/>
                  </a:cubicBezTo>
                  <a:lnTo>
                    <a:pt x="497078" y="4971034"/>
                  </a:lnTo>
                  <a:cubicBezTo>
                    <a:pt x="222504" y="4971034"/>
                    <a:pt x="0" y="4748530"/>
                    <a:pt x="0" y="447395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4FC3F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42781" y="1928432"/>
            <a:ext cx="999925" cy="714232"/>
            <a:chOff x="0" y="0"/>
            <a:chExt cx="1333233" cy="952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3240" cy="952314"/>
            </a:xfrm>
            <a:custGeom>
              <a:avLst/>
              <a:gdLst/>
              <a:ahLst/>
              <a:cxnLst/>
              <a:rect r="r" b="b" t="t" l="l"/>
              <a:pathLst>
                <a:path h="952314" w="1333240">
                  <a:moveTo>
                    <a:pt x="0" y="0"/>
                  </a:moveTo>
                  <a:lnTo>
                    <a:pt x="1333240" y="0"/>
                  </a:lnTo>
                  <a:lnTo>
                    <a:pt x="1333240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333233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00A8E8"/>
                  </a:solidFill>
                  <a:latin typeface="Unna"/>
                  <a:ea typeface="Unna"/>
                  <a:cs typeface="Unna"/>
                  <a:sym typeface="Unna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2781" y="2714092"/>
            <a:ext cx="4713951" cy="428539"/>
            <a:chOff x="0" y="0"/>
            <a:chExt cx="6285268" cy="571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85273" cy="571388"/>
            </a:xfrm>
            <a:custGeom>
              <a:avLst/>
              <a:gdLst/>
              <a:ahLst/>
              <a:cxnLst/>
              <a:rect r="r" b="b" t="t" l="l"/>
              <a:pathLst>
                <a:path h="571388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6285268" cy="6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>
                  <a:solidFill>
                    <a:srgbClr val="0A2540"/>
                  </a:solidFill>
                  <a:latin typeface="Literata"/>
                  <a:ea typeface="Literata"/>
                  <a:cs typeface="Literata"/>
                  <a:sym typeface="Literata"/>
                </a:rPr>
                <a:t>Contexto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42781" y="3099759"/>
            <a:ext cx="4713951" cy="97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799">
                <a:solidFill>
                  <a:srgbClr val="1E293B"/>
                </a:solidFill>
                <a:latin typeface="Quattrocento"/>
                <a:ea typeface="Quattrocento"/>
                <a:cs typeface="Quattrocento"/>
                <a:sym typeface="Quattrocento"/>
              </a:rPr>
              <a:t>O problema dos laboratorios e a solucao proposta pelo VirtuaLab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285346" y="4571105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492402" y="1707023"/>
            <a:ext cx="5299624" cy="3728314"/>
            <a:chOff x="0" y="0"/>
            <a:chExt cx="7066166" cy="49710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6153" cy="4971034"/>
            </a:xfrm>
            <a:custGeom>
              <a:avLst/>
              <a:gdLst/>
              <a:ahLst/>
              <a:cxnLst/>
              <a:rect r="r" b="b" t="t" l="l"/>
              <a:pathLst>
                <a:path h="4971034" w="7066153">
                  <a:moveTo>
                    <a:pt x="0" y="497078"/>
                  </a:moveTo>
                  <a:cubicBezTo>
                    <a:pt x="0" y="222504"/>
                    <a:pt x="222504" y="0"/>
                    <a:pt x="497078" y="0"/>
                  </a:cubicBezTo>
                  <a:lnTo>
                    <a:pt x="6569075" y="0"/>
                  </a:lnTo>
                  <a:cubicBezTo>
                    <a:pt x="6843649" y="0"/>
                    <a:pt x="7066153" y="222504"/>
                    <a:pt x="7066153" y="497078"/>
                  </a:cubicBezTo>
                  <a:lnTo>
                    <a:pt x="7066153" y="4473956"/>
                  </a:lnTo>
                  <a:cubicBezTo>
                    <a:pt x="7066153" y="4748530"/>
                    <a:pt x="6843649" y="4971034"/>
                    <a:pt x="6569075" y="4971034"/>
                  </a:cubicBezTo>
                  <a:lnTo>
                    <a:pt x="497078" y="4971034"/>
                  </a:lnTo>
                  <a:cubicBezTo>
                    <a:pt x="222504" y="4971034"/>
                    <a:pt x="0" y="4748530"/>
                    <a:pt x="0" y="447395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785239" y="1928432"/>
            <a:ext cx="999925" cy="714232"/>
            <a:chOff x="0" y="0"/>
            <a:chExt cx="1333233" cy="9523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33240" cy="952314"/>
            </a:xfrm>
            <a:custGeom>
              <a:avLst/>
              <a:gdLst/>
              <a:ahLst/>
              <a:cxnLst/>
              <a:rect r="r" b="b" t="t" l="l"/>
              <a:pathLst>
                <a:path h="952314" w="1333240">
                  <a:moveTo>
                    <a:pt x="0" y="0"/>
                  </a:moveTo>
                  <a:lnTo>
                    <a:pt x="1333240" y="0"/>
                  </a:lnTo>
                  <a:lnTo>
                    <a:pt x="1333240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1333233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7CB342"/>
                  </a:solidFill>
                  <a:latin typeface="Unna"/>
                  <a:ea typeface="Unna"/>
                  <a:cs typeface="Unna"/>
                  <a:sym typeface="Unna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85239" y="2714092"/>
            <a:ext cx="4713951" cy="428539"/>
            <a:chOff x="0" y="0"/>
            <a:chExt cx="6285268" cy="5713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85273" cy="571388"/>
            </a:xfrm>
            <a:custGeom>
              <a:avLst/>
              <a:gdLst/>
              <a:ahLst/>
              <a:cxnLst/>
              <a:rect r="r" b="b" t="t" l="l"/>
              <a:pathLst>
                <a:path h="571388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6285268" cy="6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>
                  <a:solidFill>
                    <a:srgbClr val="0A2540"/>
                  </a:solidFill>
                  <a:latin typeface="Literata"/>
                  <a:ea typeface="Literata"/>
                  <a:cs typeface="Literata"/>
                  <a:sym typeface="Literata"/>
                </a:rPr>
                <a:t>Tecnologias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85239" y="3099759"/>
            <a:ext cx="4713951" cy="97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799">
                <a:solidFill>
                  <a:srgbClr val="1E293B"/>
                </a:solidFill>
                <a:latin typeface="Quattrocento"/>
                <a:ea typeface="Quattrocento"/>
                <a:cs typeface="Quattrocento"/>
                <a:sym typeface="Quattrocento"/>
              </a:rPr>
              <a:t>Virtualizacao, containers, servidor Debian e protocolos de rede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927804" y="4571105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134860" y="1707023"/>
            <a:ext cx="5299624" cy="3728314"/>
            <a:chOff x="0" y="0"/>
            <a:chExt cx="7066166" cy="49710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66153" cy="4971034"/>
            </a:xfrm>
            <a:custGeom>
              <a:avLst/>
              <a:gdLst/>
              <a:ahLst/>
              <a:cxnLst/>
              <a:rect r="r" b="b" t="t" l="l"/>
              <a:pathLst>
                <a:path h="4971034" w="7066153">
                  <a:moveTo>
                    <a:pt x="0" y="497078"/>
                  </a:moveTo>
                  <a:cubicBezTo>
                    <a:pt x="0" y="222504"/>
                    <a:pt x="222504" y="0"/>
                    <a:pt x="497078" y="0"/>
                  </a:cubicBezTo>
                  <a:lnTo>
                    <a:pt x="6569075" y="0"/>
                  </a:lnTo>
                  <a:cubicBezTo>
                    <a:pt x="6843649" y="0"/>
                    <a:pt x="7066153" y="222504"/>
                    <a:pt x="7066153" y="497078"/>
                  </a:cubicBezTo>
                  <a:lnTo>
                    <a:pt x="7066153" y="4473956"/>
                  </a:lnTo>
                  <a:cubicBezTo>
                    <a:pt x="7066153" y="4748530"/>
                    <a:pt x="6843649" y="4971034"/>
                    <a:pt x="6569075" y="4971034"/>
                  </a:cubicBezTo>
                  <a:lnTo>
                    <a:pt x="497078" y="4971034"/>
                  </a:lnTo>
                  <a:cubicBezTo>
                    <a:pt x="222504" y="4971034"/>
                    <a:pt x="0" y="4748530"/>
                    <a:pt x="0" y="447395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4FC3F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427696" y="1928432"/>
            <a:ext cx="999925" cy="714232"/>
            <a:chOff x="0" y="0"/>
            <a:chExt cx="1333233" cy="9523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33240" cy="952314"/>
            </a:xfrm>
            <a:custGeom>
              <a:avLst/>
              <a:gdLst/>
              <a:ahLst/>
              <a:cxnLst/>
              <a:rect r="r" b="b" t="t" l="l"/>
              <a:pathLst>
                <a:path h="952314" w="1333240">
                  <a:moveTo>
                    <a:pt x="0" y="0"/>
                  </a:moveTo>
                  <a:lnTo>
                    <a:pt x="1333240" y="0"/>
                  </a:lnTo>
                  <a:lnTo>
                    <a:pt x="1333240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23825"/>
              <a:ext cx="1333233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00A8E8"/>
                  </a:solidFill>
                  <a:latin typeface="Unna"/>
                  <a:ea typeface="Unna"/>
                  <a:cs typeface="Unna"/>
                  <a:sym typeface="Unna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27696" y="2714092"/>
            <a:ext cx="4713951" cy="428539"/>
            <a:chOff x="0" y="0"/>
            <a:chExt cx="6285268" cy="5713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85273" cy="571388"/>
            </a:xfrm>
            <a:custGeom>
              <a:avLst/>
              <a:gdLst/>
              <a:ahLst/>
              <a:cxnLst/>
              <a:rect r="r" b="b" t="t" l="l"/>
              <a:pathLst>
                <a:path h="571388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6285268" cy="6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>
                  <a:solidFill>
                    <a:srgbClr val="0A2540"/>
                  </a:solidFill>
                  <a:latin typeface="Literata"/>
                  <a:ea typeface="Literata"/>
                  <a:cs typeface="Literata"/>
                  <a:sym typeface="Literata"/>
                </a:rPr>
                <a:t>Projeto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427696" y="3099759"/>
            <a:ext cx="4713951" cy="97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799">
                <a:solidFill>
                  <a:srgbClr val="1E293B"/>
                </a:solidFill>
                <a:latin typeface="Quattrocento"/>
                <a:ea typeface="Quattrocento"/>
                <a:cs typeface="Quattrocento"/>
                <a:sym typeface="Quattrocento"/>
              </a:rPr>
              <a:t>Objetivos, publico-alvo, softwares utilizados e custos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6570262" y="4571105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849944" y="5849588"/>
            <a:ext cx="5299624" cy="3728314"/>
            <a:chOff x="0" y="0"/>
            <a:chExt cx="7066166" cy="49710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66153" cy="4971034"/>
            </a:xfrm>
            <a:custGeom>
              <a:avLst/>
              <a:gdLst/>
              <a:ahLst/>
              <a:cxnLst/>
              <a:rect r="r" b="b" t="t" l="l"/>
              <a:pathLst>
                <a:path h="4971034" w="7066153">
                  <a:moveTo>
                    <a:pt x="0" y="497078"/>
                  </a:moveTo>
                  <a:cubicBezTo>
                    <a:pt x="0" y="222504"/>
                    <a:pt x="222504" y="0"/>
                    <a:pt x="497078" y="0"/>
                  </a:cubicBezTo>
                  <a:lnTo>
                    <a:pt x="6569075" y="0"/>
                  </a:lnTo>
                  <a:cubicBezTo>
                    <a:pt x="6843649" y="0"/>
                    <a:pt x="7066153" y="222504"/>
                    <a:pt x="7066153" y="497078"/>
                  </a:cubicBezTo>
                  <a:lnTo>
                    <a:pt x="7066153" y="4473956"/>
                  </a:lnTo>
                  <a:cubicBezTo>
                    <a:pt x="7066153" y="4748530"/>
                    <a:pt x="6843649" y="4971034"/>
                    <a:pt x="6569075" y="4971034"/>
                  </a:cubicBezTo>
                  <a:lnTo>
                    <a:pt x="497078" y="4971034"/>
                  </a:lnTo>
                  <a:cubicBezTo>
                    <a:pt x="222504" y="4971034"/>
                    <a:pt x="0" y="4748530"/>
                    <a:pt x="0" y="447395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42781" y="6071006"/>
            <a:ext cx="999925" cy="714232"/>
            <a:chOff x="0" y="0"/>
            <a:chExt cx="1333233" cy="9523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33240" cy="952314"/>
            </a:xfrm>
            <a:custGeom>
              <a:avLst/>
              <a:gdLst/>
              <a:ahLst/>
              <a:cxnLst/>
              <a:rect r="r" b="b" t="t" l="l"/>
              <a:pathLst>
                <a:path h="952314" w="1333240">
                  <a:moveTo>
                    <a:pt x="0" y="0"/>
                  </a:moveTo>
                  <a:lnTo>
                    <a:pt x="1333240" y="0"/>
                  </a:lnTo>
                  <a:lnTo>
                    <a:pt x="1333240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1333233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7CB342"/>
                  </a:solidFill>
                  <a:latin typeface="Unna"/>
                  <a:ea typeface="Unna"/>
                  <a:cs typeface="Unna"/>
                  <a:sym typeface="Unna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42781" y="6856657"/>
            <a:ext cx="4713951" cy="428539"/>
            <a:chOff x="0" y="0"/>
            <a:chExt cx="6285268" cy="5713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85273" cy="571388"/>
            </a:xfrm>
            <a:custGeom>
              <a:avLst/>
              <a:gdLst/>
              <a:ahLst/>
              <a:cxnLst/>
              <a:rect r="r" b="b" t="t" l="l"/>
              <a:pathLst>
                <a:path h="571388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285268" cy="6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>
                  <a:solidFill>
                    <a:srgbClr val="0A2540"/>
                  </a:solidFill>
                  <a:latin typeface="Literata"/>
                  <a:ea typeface="Literata"/>
                  <a:cs typeface="Literata"/>
                  <a:sym typeface="Literata"/>
                </a:rPr>
                <a:t>Identidade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42781" y="7242324"/>
            <a:ext cx="4713951" cy="97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799">
                <a:solidFill>
                  <a:srgbClr val="1E293B"/>
                </a:solidFill>
                <a:latin typeface="Quattrocento"/>
                <a:ea typeface="Quattrocento"/>
                <a:cs typeface="Quattrocento"/>
                <a:sym typeface="Quattrocento"/>
              </a:rPr>
              <a:t>O significado por tras da marca VirtuaLab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5285346" y="8713670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6492402" y="5849588"/>
            <a:ext cx="5299624" cy="3728314"/>
            <a:chOff x="0" y="0"/>
            <a:chExt cx="7066166" cy="49710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66153" cy="4971034"/>
            </a:xfrm>
            <a:custGeom>
              <a:avLst/>
              <a:gdLst/>
              <a:ahLst/>
              <a:cxnLst/>
              <a:rect r="r" b="b" t="t" l="l"/>
              <a:pathLst>
                <a:path h="4971034" w="7066153">
                  <a:moveTo>
                    <a:pt x="0" y="497078"/>
                  </a:moveTo>
                  <a:cubicBezTo>
                    <a:pt x="0" y="222504"/>
                    <a:pt x="222504" y="0"/>
                    <a:pt x="497078" y="0"/>
                  </a:cubicBezTo>
                  <a:lnTo>
                    <a:pt x="6569075" y="0"/>
                  </a:lnTo>
                  <a:cubicBezTo>
                    <a:pt x="6843649" y="0"/>
                    <a:pt x="7066153" y="222504"/>
                    <a:pt x="7066153" y="497078"/>
                  </a:cubicBezTo>
                  <a:lnTo>
                    <a:pt x="7066153" y="4473956"/>
                  </a:lnTo>
                  <a:cubicBezTo>
                    <a:pt x="7066153" y="4748530"/>
                    <a:pt x="6843649" y="4971034"/>
                    <a:pt x="6569075" y="4971034"/>
                  </a:cubicBezTo>
                  <a:lnTo>
                    <a:pt x="497078" y="4971034"/>
                  </a:lnTo>
                  <a:cubicBezTo>
                    <a:pt x="222504" y="4971034"/>
                    <a:pt x="0" y="4748530"/>
                    <a:pt x="0" y="447395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4FC3F7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785239" y="6071006"/>
            <a:ext cx="999925" cy="714232"/>
            <a:chOff x="0" y="0"/>
            <a:chExt cx="1333233" cy="9523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33240" cy="952314"/>
            </a:xfrm>
            <a:custGeom>
              <a:avLst/>
              <a:gdLst/>
              <a:ahLst/>
              <a:cxnLst/>
              <a:rect r="r" b="b" t="t" l="l"/>
              <a:pathLst>
                <a:path h="952314" w="1333240">
                  <a:moveTo>
                    <a:pt x="0" y="0"/>
                  </a:moveTo>
                  <a:lnTo>
                    <a:pt x="1333240" y="0"/>
                  </a:lnTo>
                  <a:lnTo>
                    <a:pt x="1333240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1333233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00A8E8"/>
                  </a:solidFill>
                  <a:latin typeface="Unna"/>
                  <a:ea typeface="Unna"/>
                  <a:cs typeface="Unna"/>
                  <a:sym typeface="Unna"/>
                </a:rPr>
                <a:t>05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85239" y="6856657"/>
            <a:ext cx="4713951" cy="428539"/>
            <a:chOff x="0" y="0"/>
            <a:chExt cx="6285268" cy="57138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85273" cy="571388"/>
            </a:xfrm>
            <a:custGeom>
              <a:avLst/>
              <a:gdLst/>
              <a:ahLst/>
              <a:cxnLst/>
              <a:rect r="r" b="b" t="t" l="l"/>
              <a:pathLst>
                <a:path h="571388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85725"/>
              <a:ext cx="6285268" cy="6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>
                  <a:solidFill>
                    <a:srgbClr val="0A2540"/>
                  </a:solidFill>
                  <a:latin typeface="Literata"/>
                  <a:ea typeface="Literata"/>
                  <a:cs typeface="Literata"/>
                  <a:sym typeface="Literata"/>
                </a:rPr>
                <a:t>Progresso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785239" y="7242324"/>
            <a:ext cx="4713951" cy="97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799">
                <a:solidFill>
                  <a:srgbClr val="1E293B"/>
                </a:solidFill>
                <a:latin typeface="Quattrocento"/>
                <a:ea typeface="Quattrocento"/>
                <a:cs typeface="Quattrocento"/>
                <a:sym typeface="Quattrocento"/>
              </a:rPr>
              <a:t>Acompanhamento visual do desenvolvimento do projeto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10927804" y="8713670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2134860" y="5849588"/>
            <a:ext cx="5299624" cy="3728314"/>
            <a:chOff x="0" y="0"/>
            <a:chExt cx="7066166" cy="497108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66153" cy="4971034"/>
            </a:xfrm>
            <a:custGeom>
              <a:avLst/>
              <a:gdLst/>
              <a:ahLst/>
              <a:cxnLst/>
              <a:rect r="r" b="b" t="t" l="l"/>
              <a:pathLst>
                <a:path h="4971034" w="7066153">
                  <a:moveTo>
                    <a:pt x="0" y="497078"/>
                  </a:moveTo>
                  <a:cubicBezTo>
                    <a:pt x="0" y="222504"/>
                    <a:pt x="222504" y="0"/>
                    <a:pt x="497078" y="0"/>
                  </a:cubicBezTo>
                  <a:lnTo>
                    <a:pt x="6569075" y="0"/>
                  </a:lnTo>
                  <a:cubicBezTo>
                    <a:pt x="6843649" y="0"/>
                    <a:pt x="7066153" y="222504"/>
                    <a:pt x="7066153" y="497078"/>
                  </a:cubicBezTo>
                  <a:lnTo>
                    <a:pt x="7066153" y="4473956"/>
                  </a:lnTo>
                  <a:cubicBezTo>
                    <a:pt x="7066153" y="4748530"/>
                    <a:pt x="6843649" y="4971034"/>
                    <a:pt x="6569075" y="4971034"/>
                  </a:cubicBezTo>
                  <a:lnTo>
                    <a:pt x="497078" y="4971034"/>
                  </a:lnTo>
                  <a:cubicBezTo>
                    <a:pt x="222504" y="4971034"/>
                    <a:pt x="0" y="4748530"/>
                    <a:pt x="0" y="447395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7E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427696" y="6071006"/>
            <a:ext cx="999925" cy="714232"/>
            <a:chOff x="0" y="0"/>
            <a:chExt cx="1333233" cy="95231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33240" cy="952314"/>
            </a:xfrm>
            <a:custGeom>
              <a:avLst/>
              <a:gdLst/>
              <a:ahLst/>
              <a:cxnLst/>
              <a:rect r="r" b="b" t="t" l="l"/>
              <a:pathLst>
                <a:path h="952314" w="1333240">
                  <a:moveTo>
                    <a:pt x="0" y="0"/>
                  </a:moveTo>
                  <a:lnTo>
                    <a:pt x="1333240" y="0"/>
                  </a:lnTo>
                  <a:lnTo>
                    <a:pt x="1333240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4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23825"/>
              <a:ext cx="1333233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7CB342"/>
                  </a:solidFill>
                  <a:latin typeface="Unna"/>
                  <a:ea typeface="Unna"/>
                  <a:cs typeface="Unna"/>
                  <a:sym typeface="Unna"/>
                </a:rPr>
                <a:t>06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427696" y="6856657"/>
            <a:ext cx="4713951" cy="428539"/>
            <a:chOff x="0" y="0"/>
            <a:chExt cx="6285268" cy="57138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85273" cy="571388"/>
            </a:xfrm>
            <a:custGeom>
              <a:avLst/>
              <a:gdLst/>
              <a:ahLst/>
              <a:cxnLst/>
              <a:rect r="r" b="b" t="t" l="l"/>
              <a:pathLst>
                <a:path h="571388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85725"/>
              <a:ext cx="6285268" cy="6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>
                  <a:solidFill>
                    <a:srgbClr val="0A2540"/>
                  </a:solidFill>
                  <a:latin typeface="Literata"/>
                  <a:ea typeface="Literata"/>
                  <a:cs typeface="Literata"/>
                  <a:sym typeface="Literata"/>
                </a:rPr>
                <a:t>Contato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427696" y="7242324"/>
            <a:ext cx="4713951" cy="97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799">
                <a:solidFill>
                  <a:srgbClr val="1E293B"/>
                </a:solidFill>
                <a:latin typeface="Quattrocento"/>
                <a:ea typeface="Quattrocento"/>
                <a:cs typeface="Quattrocento"/>
                <a:sym typeface="Quattrocento"/>
              </a:rPr>
              <a:t>Conecte-se com o VirtuaLab nas redes sociais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16570262" y="8713670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2D45">
                <a:alpha val="100000"/>
              </a:srgbClr>
            </a:gs>
            <a:gs pos="60000">
              <a:srgbClr val="0A4A6F">
                <a:alpha val="100000"/>
              </a:srgbClr>
            </a:gs>
            <a:gs pos="100000">
              <a:srgbClr val="0D5A8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781" y="2285552"/>
            <a:ext cx="2856938" cy="1428474"/>
            <a:chOff x="0" y="0"/>
            <a:chExt cx="3809251" cy="1904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56" cy="1904628"/>
            </a:xfrm>
            <a:custGeom>
              <a:avLst/>
              <a:gdLst/>
              <a:ahLst/>
              <a:cxnLst/>
              <a:rect r="r" b="b" t="t" l="l"/>
              <a:pathLst>
                <a:path h="190462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09251" cy="1914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258"/>
                </a:lnSpc>
              </a:pPr>
              <a:r>
                <a:rPr lang="en-US" sz="8548" b="true">
                  <a:solidFill>
                    <a:srgbClr val="00A8E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781" y="3856873"/>
            <a:ext cx="1428474" cy="57140"/>
            <a:chOff x="0" y="0"/>
            <a:chExt cx="1904632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19" cy="76200"/>
            </a:xfrm>
            <a:custGeom>
              <a:avLst/>
              <a:gdLst/>
              <a:ahLst/>
              <a:cxnLst/>
              <a:rect r="r" b="b" t="t" l="l"/>
              <a:pathLst>
                <a:path h="76200" w="1904619">
                  <a:moveTo>
                    <a:pt x="0" y="0"/>
                  </a:moveTo>
                  <a:lnTo>
                    <a:pt x="1904619" y="0"/>
                  </a:lnTo>
                  <a:lnTo>
                    <a:pt x="190461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781" y="4142565"/>
            <a:ext cx="7142359" cy="857079"/>
            <a:chOff x="0" y="0"/>
            <a:chExt cx="9523146" cy="11427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3140" cy="1142777"/>
            </a:xfrm>
            <a:custGeom>
              <a:avLst/>
              <a:gdLst/>
              <a:ahLst/>
              <a:cxnLst/>
              <a:rect r="r" b="b" t="t" l="l"/>
              <a:pathLst>
                <a:path h="1142777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9523146" cy="1276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6"/>
                </a:lnSpc>
              </a:pPr>
              <a:r>
                <a:rPr lang="en-US" sz="49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Contexto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2781" y="5080568"/>
            <a:ext cx="7142359" cy="127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O Problema e a Solucao - Entendendo os desafios dos laboratorios da ETEC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13530" y="0"/>
            <a:ext cx="7570899" cy="10284990"/>
            <a:chOff x="0" y="0"/>
            <a:chExt cx="10094532" cy="13713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4468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10094468">
                  <a:moveTo>
                    <a:pt x="0" y="0"/>
                  </a:moveTo>
                  <a:lnTo>
                    <a:pt x="10094468" y="0"/>
                  </a:lnTo>
                  <a:lnTo>
                    <a:pt x="10094468" y="13713333"/>
                  </a:lnTo>
                  <a:lnTo>
                    <a:pt x="0" y="13713333"/>
                  </a:lnTo>
                  <a:close/>
                </a:path>
              </a:pathLst>
            </a:custGeom>
            <a:gradFill rotWithShape="true">
              <a:gsLst>
                <a:gs pos="0">
                  <a:srgbClr val="0A4A6F">
                    <a:alpha val="100000"/>
                  </a:srgbClr>
                </a:gs>
                <a:gs pos="100000">
                  <a:srgbClr val="072D45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63333" y="2135562"/>
            <a:ext cx="2871226" cy="2871226"/>
            <a:chOff x="0" y="0"/>
            <a:chExt cx="3828301" cy="3828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28288" cy="3828288"/>
            </a:xfrm>
            <a:custGeom>
              <a:avLst/>
              <a:gdLst/>
              <a:ahLst/>
              <a:cxnLst/>
              <a:rect r="r" b="b" t="t" l="l"/>
              <a:pathLst>
                <a:path h="3828288" w="3828288">
                  <a:moveTo>
                    <a:pt x="0" y="1914144"/>
                  </a:moveTo>
                  <a:cubicBezTo>
                    <a:pt x="0" y="856996"/>
                    <a:pt x="856996" y="0"/>
                    <a:pt x="1914144" y="0"/>
                  </a:cubicBezTo>
                  <a:cubicBezTo>
                    <a:pt x="2971292" y="0"/>
                    <a:pt x="3828288" y="856996"/>
                    <a:pt x="3828288" y="1914144"/>
                  </a:cubicBezTo>
                  <a:cubicBezTo>
                    <a:pt x="3828288" y="2971292"/>
                    <a:pt x="2971292" y="3828288"/>
                    <a:pt x="1914144" y="3828288"/>
                  </a:cubicBezTo>
                  <a:cubicBezTo>
                    <a:pt x="856996" y="3828288"/>
                    <a:pt x="0" y="2971292"/>
                    <a:pt x="0" y="1914144"/>
                  </a:cubicBezTo>
                  <a:close/>
                </a:path>
              </a:pathLst>
            </a:custGeom>
            <a:solidFill>
              <a:srgbClr val="00A8E8">
                <a:alpha val="392"/>
              </a:srgbClr>
            </a:solid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991807" y="4992510"/>
            <a:ext cx="2156993" cy="2156993"/>
            <a:chOff x="0" y="0"/>
            <a:chExt cx="2875991" cy="2875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6042" cy="2876042"/>
            </a:xfrm>
            <a:custGeom>
              <a:avLst/>
              <a:gdLst/>
              <a:ahLst/>
              <a:cxnLst/>
              <a:rect r="r" b="b" t="t" l="l"/>
              <a:pathLst>
                <a:path h="2876042" w="2876042">
                  <a:moveTo>
                    <a:pt x="0" y="1438021"/>
                  </a:moveTo>
                  <a:cubicBezTo>
                    <a:pt x="0" y="643763"/>
                    <a:pt x="643763" y="0"/>
                    <a:pt x="1438021" y="0"/>
                  </a:cubicBezTo>
                  <a:cubicBezTo>
                    <a:pt x="2232279" y="0"/>
                    <a:pt x="2876042" y="643763"/>
                    <a:pt x="2876042" y="1438021"/>
                  </a:cubicBezTo>
                  <a:cubicBezTo>
                    <a:pt x="2876042" y="2232279"/>
                    <a:pt x="2232152" y="2876042"/>
                    <a:pt x="1438021" y="2876042"/>
                  </a:cubicBezTo>
                  <a:cubicBezTo>
                    <a:pt x="643890" y="2876042"/>
                    <a:pt x="0" y="2232152"/>
                    <a:pt x="0" y="1438021"/>
                  </a:cubicBezTo>
                  <a:close/>
                </a:path>
              </a:pathLst>
            </a:custGeom>
            <a:solidFill>
              <a:srgbClr val="7CB342">
                <a:alpha val="392"/>
              </a:srgbClr>
            </a:soli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856235" y="3571180"/>
            <a:ext cx="171412" cy="171412"/>
            <a:chOff x="0" y="0"/>
            <a:chExt cx="228549" cy="228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00A8E8">
                <a:alpha val="6275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13183" y="2856938"/>
            <a:ext cx="142846" cy="142846"/>
            <a:chOff x="0" y="0"/>
            <a:chExt cx="190462" cy="1904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7CB342">
                <a:alpha val="6275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84709" y="6428118"/>
            <a:ext cx="114281" cy="114281"/>
            <a:chOff x="0" y="0"/>
            <a:chExt cx="152375" cy="1523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A8E8">
                <a:alpha val="3529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20513" y="3649742"/>
            <a:ext cx="2699814" cy="14288"/>
            <a:chOff x="0" y="0"/>
            <a:chExt cx="3599752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99688" cy="19050"/>
            </a:xfrm>
            <a:custGeom>
              <a:avLst/>
              <a:gdLst/>
              <a:ahLst/>
              <a:cxnLst/>
              <a:rect r="r" b="b" t="t" l="l"/>
              <a:pathLst>
                <a:path h="19050" w="3599688">
                  <a:moveTo>
                    <a:pt x="0" y="0"/>
                  </a:moveTo>
                  <a:lnTo>
                    <a:pt x="3599688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631957" r="-1" b="-3631957"/>
              </a:stretch>
            </a:blip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391846" y="6478114"/>
            <a:ext cx="1328480" cy="14288"/>
            <a:chOff x="0" y="0"/>
            <a:chExt cx="1771307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71269" cy="19050"/>
            </a:xfrm>
            <a:custGeom>
              <a:avLst/>
              <a:gdLst/>
              <a:ahLst/>
              <a:cxnLst/>
              <a:rect r="r" b="b" t="t" l="l"/>
              <a:pathLst>
                <a:path h="19050" w="1771269">
                  <a:moveTo>
                    <a:pt x="0" y="0"/>
                  </a:moveTo>
                  <a:lnTo>
                    <a:pt x="1771269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61757" r="-2" b="-1761757"/>
              </a:stretch>
            </a:blip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</p:spTree>
  </p:cSld>
  <p:clrMapOvr>
    <a:masterClrMapping/>
  </p:clrMapOvr>
  <p:transition spd="med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093" y="-91557"/>
            <a:ext cx="18690127" cy="10492857"/>
            <a:chOff x="0" y="0"/>
            <a:chExt cx="24431267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3126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31267">
                  <a:moveTo>
                    <a:pt x="0" y="0"/>
                  </a:moveTo>
                  <a:lnTo>
                    <a:pt x="24431267" y="0"/>
                  </a:lnTo>
                  <a:lnTo>
                    <a:pt x="2443126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1" r="0" b="-7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7565" y="724833"/>
            <a:ext cx="780583" cy="780583"/>
            <a:chOff x="0" y="0"/>
            <a:chExt cx="1040778" cy="10407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765" cy="1040765"/>
            </a:xfrm>
            <a:custGeom>
              <a:avLst/>
              <a:gdLst/>
              <a:ahLst/>
              <a:cxnLst/>
              <a:rect r="r" b="b" t="t" l="l"/>
              <a:pathLst>
                <a:path h="1040765" w="1040765">
                  <a:moveTo>
                    <a:pt x="223012" y="0"/>
                  </a:moveTo>
                  <a:lnTo>
                    <a:pt x="817753" y="0"/>
                  </a:lnTo>
                  <a:cubicBezTo>
                    <a:pt x="940943" y="0"/>
                    <a:pt x="1040765" y="99822"/>
                    <a:pt x="1040765" y="223012"/>
                  </a:cubicBezTo>
                  <a:lnTo>
                    <a:pt x="1040765" y="817753"/>
                  </a:lnTo>
                  <a:cubicBezTo>
                    <a:pt x="1040765" y="940943"/>
                    <a:pt x="940943" y="1040765"/>
                    <a:pt x="817753" y="1040765"/>
                  </a:cubicBezTo>
                  <a:lnTo>
                    <a:pt x="223012" y="1040765"/>
                  </a:lnTo>
                  <a:cubicBezTo>
                    <a:pt x="99822" y="1040765"/>
                    <a:pt x="0" y="940943"/>
                    <a:pt x="0" y="817753"/>
                  </a:cubicBezTo>
                  <a:lnTo>
                    <a:pt x="0" y="223012"/>
                  </a:lnTo>
                  <a:cubicBezTo>
                    <a:pt x="0" y="99949"/>
                    <a:pt x="99949" y="0"/>
                    <a:pt x="2230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2C36">
                    <a:alpha val="100000"/>
                  </a:srgbClr>
                </a:gs>
                <a:gs pos="100000">
                  <a:srgbClr val="C10007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80583" y="947852"/>
            <a:ext cx="334537" cy="334537"/>
          </a:xfrm>
          <a:custGeom>
            <a:avLst/>
            <a:gdLst/>
            <a:ahLst/>
            <a:cxnLst/>
            <a:rect r="r" b="b" t="t" l="l"/>
            <a:pathLst>
              <a:path h="334537" w="334537">
                <a:moveTo>
                  <a:pt x="0" y="0"/>
                </a:moveTo>
                <a:lnTo>
                  <a:pt x="334537" y="0"/>
                </a:lnTo>
                <a:lnTo>
                  <a:pt x="334537" y="334537"/>
                </a:lnTo>
                <a:lnTo>
                  <a:pt x="0" y="334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61167" y="557565"/>
            <a:ext cx="5101685" cy="557565"/>
            <a:chOff x="0" y="0"/>
            <a:chExt cx="6802247" cy="7434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02244" cy="743414"/>
            </a:xfrm>
            <a:custGeom>
              <a:avLst/>
              <a:gdLst/>
              <a:ahLst/>
              <a:cxnLst/>
              <a:rect r="r" b="b" t="t" l="l"/>
              <a:pathLst>
                <a:path h="743414" w="6802244">
                  <a:moveTo>
                    <a:pt x="0" y="0"/>
                  </a:moveTo>
                  <a:lnTo>
                    <a:pt x="6802244" y="0"/>
                  </a:lnTo>
                  <a:lnTo>
                    <a:pt x="6802244" y="743414"/>
                  </a:lnTo>
                  <a:lnTo>
                    <a:pt x="0" y="7434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8287" r="0" b="-1282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6802247" cy="695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7"/>
                </a:lnSpc>
              </a:pPr>
              <a:r>
                <a:rPr lang="en-US" b="true" sz="3951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 Problema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61167" y="1106398"/>
            <a:ext cx="5101685" cy="399019"/>
            <a:chOff x="0" y="0"/>
            <a:chExt cx="6653555" cy="5203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53560" cy="520390"/>
            </a:xfrm>
            <a:custGeom>
              <a:avLst/>
              <a:gdLst/>
              <a:ahLst/>
              <a:cxnLst/>
              <a:rect r="r" b="b" t="t" l="l"/>
              <a:pathLst>
                <a:path h="520390" w="6653560">
                  <a:moveTo>
                    <a:pt x="0" y="0"/>
                  </a:moveTo>
                  <a:lnTo>
                    <a:pt x="6653560" y="0"/>
                  </a:lnTo>
                  <a:lnTo>
                    <a:pt x="6653560" y="520390"/>
                  </a:lnTo>
                  <a:lnTo>
                    <a:pt x="0" y="5203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9129" r="0" b="-1991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653555" cy="57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0"/>
                </a:lnSpc>
              </a:pPr>
              <a:r>
                <a:rPr lang="en-US" sz="219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Descarte e Insegurança em Laboratórios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1167" y="1616926"/>
            <a:ext cx="1338148" cy="55759"/>
            <a:chOff x="0" y="0"/>
            <a:chExt cx="1784198" cy="743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4223" cy="74422"/>
            </a:xfrm>
            <a:custGeom>
              <a:avLst/>
              <a:gdLst/>
              <a:ahLst/>
              <a:cxnLst/>
              <a:rect r="r" b="b" t="t" l="l"/>
              <a:pathLst>
                <a:path h="74422" w="1784223">
                  <a:moveTo>
                    <a:pt x="37211" y="0"/>
                  </a:moveTo>
                  <a:lnTo>
                    <a:pt x="1747012" y="0"/>
                  </a:lnTo>
                  <a:cubicBezTo>
                    <a:pt x="1767586" y="0"/>
                    <a:pt x="1784223" y="16637"/>
                    <a:pt x="1784223" y="37211"/>
                  </a:cubicBezTo>
                  <a:cubicBezTo>
                    <a:pt x="1784223" y="57785"/>
                    <a:pt x="1767586" y="74422"/>
                    <a:pt x="1747012" y="74422"/>
                  </a:cubicBezTo>
                  <a:lnTo>
                    <a:pt x="37211" y="74422"/>
                  </a:lnTo>
                  <a:cubicBezTo>
                    <a:pt x="16637" y="74295"/>
                    <a:pt x="0" y="57658"/>
                    <a:pt x="0" y="37211"/>
                  </a:cubicBezTo>
                  <a:cubicBezTo>
                    <a:pt x="0" y="16764"/>
                    <a:pt x="16637" y="0"/>
                    <a:pt x="37211" y="0"/>
                  </a:cubicBezTo>
                  <a:close/>
                </a:path>
              </a:pathLst>
            </a:custGeom>
            <a:solidFill>
              <a:srgbClr val="FB2C36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52450" y="1890598"/>
            <a:ext cx="8485146" cy="5697341"/>
          </a:xfrm>
          <a:custGeom>
            <a:avLst/>
            <a:gdLst/>
            <a:ahLst/>
            <a:cxnLst/>
            <a:rect r="r" b="b" t="t" l="l"/>
            <a:pathLst>
              <a:path h="5697341" w="8485146">
                <a:moveTo>
                  <a:pt x="0" y="0"/>
                </a:moveTo>
                <a:lnTo>
                  <a:pt x="8485146" y="0"/>
                </a:lnTo>
                <a:lnTo>
                  <a:pt x="8485146" y="5697341"/>
                </a:lnTo>
                <a:lnTo>
                  <a:pt x="0" y="56973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0359" y="2160546"/>
            <a:ext cx="365903" cy="418167"/>
          </a:xfrm>
          <a:custGeom>
            <a:avLst/>
            <a:gdLst/>
            <a:ahLst/>
            <a:cxnLst/>
            <a:rect r="r" b="b" t="t" l="l"/>
            <a:pathLst>
              <a:path h="418167" w="365903">
                <a:moveTo>
                  <a:pt x="0" y="0"/>
                </a:moveTo>
                <a:lnTo>
                  <a:pt x="365903" y="0"/>
                </a:lnTo>
                <a:lnTo>
                  <a:pt x="365903" y="418167"/>
                </a:lnTo>
                <a:lnTo>
                  <a:pt x="0" y="4181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98444" y="2085404"/>
            <a:ext cx="4169010" cy="507253"/>
            <a:chOff x="0" y="0"/>
            <a:chExt cx="4887951" cy="5947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87952" cy="594732"/>
            </a:xfrm>
            <a:custGeom>
              <a:avLst/>
              <a:gdLst/>
              <a:ahLst/>
              <a:cxnLst/>
              <a:rect r="r" b="b" t="t" l="l"/>
              <a:pathLst>
                <a:path h="594732" w="4887952">
                  <a:moveTo>
                    <a:pt x="0" y="0"/>
                  </a:moveTo>
                  <a:lnTo>
                    <a:pt x="4887952" y="0"/>
                  </a:lnTo>
                  <a:lnTo>
                    <a:pt x="4887952" y="594732"/>
                  </a:lnTo>
                  <a:lnTo>
                    <a:pt x="0" y="5947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0142" r="0" b="-1101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87951" cy="623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6"/>
                </a:lnSpc>
              </a:pPr>
              <a:r>
                <a:rPr lang="en-US" b="true" sz="2633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Lixo Eletrônico no Brasil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6343" y="2759926"/>
            <a:ext cx="7945241" cy="1282389"/>
            <a:chOff x="0" y="0"/>
            <a:chExt cx="10593654" cy="17098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93705" cy="1709801"/>
            </a:xfrm>
            <a:custGeom>
              <a:avLst/>
              <a:gdLst/>
              <a:ahLst/>
              <a:cxnLst/>
              <a:rect r="r" b="b" t="t" l="l"/>
              <a:pathLst>
                <a:path h="1709801" w="10593705">
                  <a:moveTo>
                    <a:pt x="74295" y="0"/>
                  </a:moveTo>
                  <a:lnTo>
                    <a:pt x="10370693" y="0"/>
                  </a:lnTo>
                  <a:cubicBezTo>
                    <a:pt x="10493883" y="0"/>
                    <a:pt x="10593705" y="99822"/>
                    <a:pt x="10593705" y="223012"/>
                  </a:cubicBezTo>
                  <a:lnTo>
                    <a:pt x="10593705" y="1486789"/>
                  </a:lnTo>
                  <a:cubicBezTo>
                    <a:pt x="10593705" y="1609979"/>
                    <a:pt x="10493883" y="1709801"/>
                    <a:pt x="10370693" y="1709801"/>
                  </a:cubicBezTo>
                  <a:lnTo>
                    <a:pt x="74295" y="1709801"/>
                  </a:lnTo>
                  <a:cubicBezTo>
                    <a:pt x="33274" y="1709801"/>
                    <a:pt x="0" y="1676527"/>
                    <a:pt x="0" y="1635506"/>
                  </a:cubicBezTo>
                  <a:lnTo>
                    <a:pt x="0" y="74295"/>
                  </a:lnTo>
                  <a:cubicBezTo>
                    <a:pt x="0" y="33274"/>
                    <a:pt x="33274" y="0"/>
                    <a:pt x="742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36343" y="2759926"/>
            <a:ext cx="55759" cy="1282389"/>
            <a:chOff x="0" y="0"/>
            <a:chExt cx="74346" cy="17098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295" cy="1709801"/>
            </a:xfrm>
            <a:custGeom>
              <a:avLst/>
              <a:gdLst/>
              <a:ahLst/>
              <a:cxnLst/>
              <a:rect r="r" b="b" t="t" l="l"/>
              <a:pathLst>
                <a:path h="1709801" w="74295">
                  <a:moveTo>
                    <a:pt x="74295" y="0"/>
                  </a:moveTo>
                  <a:lnTo>
                    <a:pt x="74295" y="1709801"/>
                  </a:lnTo>
                  <a:cubicBezTo>
                    <a:pt x="33274" y="1709801"/>
                    <a:pt x="0" y="1676527"/>
                    <a:pt x="0" y="1635506"/>
                  </a:cubicBezTo>
                  <a:lnTo>
                    <a:pt x="0" y="74295"/>
                  </a:lnTo>
                  <a:cubicBezTo>
                    <a:pt x="0" y="33274"/>
                    <a:pt x="33274" y="0"/>
                    <a:pt x="74295" y="0"/>
                  </a:cubicBez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31491" y="2927194"/>
            <a:ext cx="7833731" cy="650314"/>
            <a:chOff x="0" y="0"/>
            <a:chExt cx="10444975" cy="8670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44976" cy="867078"/>
            </a:xfrm>
            <a:custGeom>
              <a:avLst/>
              <a:gdLst/>
              <a:ahLst/>
              <a:cxnLst/>
              <a:rect r="r" b="b" t="t" l="l"/>
              <a:pathLst>
                <a:path h="867078" w="10444976">
                  <a:moveTo>
                    <a:pt x="0" y="0"/>
                  </a:moveTo>
                  <a:lnTo>
                    <a:pt x="10444976" y="0"/>
                  </a:lnTo>
                  <a:lnTo>
                    <a:pt x="10444976" y="867078"/>
                  </a:lnTo>
                  <a:lnTo>
                    <a:pt x="0" y="8670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1850" r="0" b="-1775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10444975" cy="82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7"/>
                </a:lnSpc>
              </a:pPr>
              <a:r>
                <a:rPr lang="en-US" sz="3951" b="true">
                  <a:solidFill>
                    <a:srgbClr val="E7000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2,4 milhões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31491" y="3540509"/>
            <a:ext cx="7694343" cy="334536"/>
            <a:chOff x="0" y="0"/>
            <a:chExt cx="10259124" cy="4460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59122" cy="446047"/>
            </a:xfrm>
            <a:custGeom>
              <a:avLst/>
              <a:gdLst/>
              <a:ahLst/>
              <a:cxnLst/>
              <a:rect r="r" b="b" t="t" l="l"/>
              <a:pathLst>
                <a:path h="446047" w="10259122">
                  <a:moveTo>
                    <a:pt x="0" y="0"/>
                  </a:moveTo>
                  <a:lnTo>
                    <a:pt x="10259122" y="0"/>
                  </a:lnTo>
                  <a:lnTo>
                    <a:pt x="10259122" y="446047"/>
                  </a:lnTo>
                  <a:lnTo>
                    <a:pt x="0" y="446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157" r="0" b="-3981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0259124" cy="522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2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toneladas/ano de lixo eletrônico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36343" y="4209583"/>
            <a:ext cx="7945241" cy="1282389"/>
            <a:chOff x="0" y="0"/>
            <a:chExt cx="10593654" cy="17098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93705" cy="1709801"/>
            </a:xfrm>
            <a:custGeom>
              <a:avLst/>
              <a:gdLst/>
              <a:ahLst/>
              <a:cxnLst/>
              <a:rect r="r" b="b" t="t" l="l"/>
              <a:pathLst>
                <a:path h="1709801" w="10593705">
                  <a:moveTo>
                    <a:pt x="74295" y="0"/>
                  </a:moveTo>
                  <a:lnTo>
                    <a:pt x="10370693" y="0"/>
                  </a:lnTo>
                  <a:cubicBezTo>
                    <a:pt x="10493883" y="0"/>
                    <a:pt x="10593705" y="99822"/>
                    <a:pt x="10593705" y="223012"/>
                  </a:cubicBezTo>
                  <a:lnTo>
                    <a:pt x="10593705" y="1486789"/>
                  </a:lnTo>
                  <a:cubicBezTo>
                    <a:pt x="10593705" y="1609979"/>
                    <a:pt x="10493883" y="1709801"/>
                    <a:pt x="10370693" y="1709801"/>
                  </a:cubicBezTo>
                  <a:lnTo>
                    <a:pt x="74295" y="1709801"/>
                  </a:lnTo>
                  <a:cubicBezTo>
                    <a:pt x="33274" y="1709801"/>
                    <a:pt x="0" y="1676527"/>
                    <a:pt x="0" y="1635506"/>
                  </a:cubicBezTo>
                  <a:lnTo>
                    <a:pt x="0" y="74295"/>
                  </a:lnTo>
                  <a:cubicBezTo>
                    <a:pt x="0" y="33274"/>
                    <a:pt x="33274" y="0"/>
                    <a:pt x="742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36343" y="4209583"/>
            <a:ext cx="55759" cy="1282389"/>
            <a:chOff x="0" y="0"/>
            <a:chExt cx="74346" cy="17098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295" cy="1709801"/>
            </a:xfrm>
            <a:custGeom>
              <a:avLst/>
              <a:gdLst/>
              <a:ahLst/>
              <a:cxnLst/>
              <a:rect r="r" b="b" t="t" l="l"/>
              <a:pathLst>
                <a:path h="1709801" w="74295">
                  <a:moveTo>
                    <a:pt x="74295" y="0"/>
                  </a:moveTo>
                  <a:lnTo>
                    <a:pt x="74295" y="1709801"/>
                  </a:lnTo>
                  <a:cubicBezTo>
                    <a:pt x="33274" y="1709801"/>
                    <a:pt x="0" y="1676527"/>
                    <a:pt x="0" y="1635506"/>
                  </a:cubicBezTo>
                  <a:lnTo>
                    <a:pt x="0" y="74295"/>
                  </a:lnTo>
                  <a:cubicBezTo>
                    <a:pt x="0" y="33274"/>
                    <a:pt x="33274" y="0"/>
                    <a:pt x="74295" y="0"/>
                  </a:cubicBezTo>
                  <a:close/>
                </a:path>
              </a:pathLst>
            </a:custGeom>
            <a:solidFill>
              <a:srgbClr val="FF69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31491" y="4376852"/>
            <a:ext cx="7833731" cy="557565"/>
            <a:chOff x="0" y="0"/>
            <a:chExt cx="10444975" cy="7434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44976" cy="743414"/>
            </a:xfrm>
            <a:custGeom>
              <a:avLst/>
              <a:gdLst/>
              <a:ahLst/>
              <a:cxnLst/>
              <a:rect r="r" b="b" t="t" l="l"/>
              <a:pathLst>
                <a:path h="743414" w="10444976">
                  <a:moveTo>
                    <a:pt x="0" y="0"/>
                  </a:moveTo>
                  <a:lnTo>
                    <a:pt x="10444976" y="0"/>
                  </a:lnTo>
                  <a:lnTo>
                    <a:pt x="10444976" y="743414"/>
                  </a:lnTo>
                  <a:lnTo>
                    <a:pt x="0" y="7434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764" r="0" b="-22376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38100"/>
              <a:ext cx="10444975" cy="705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7"/>
                </a:lnSpc>
              </a:pPr>
              <a:r>
                <a:rPr lang="en-US" sz="3951" b="true">
                  <a:solidFill>
                    <a:srgbClr val="F549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5º lugar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31491" y="4990167"/>
            <a:ext cx="7694343" cy="334536"/>
            <a:chOff x="0" y="0"/>
            <a:chExt cx="10259124" cy="4460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59122" cy="446047"/>
            </a:xfrm>
            <a:custGeom>
              <a:avLst/>
              <a:gdLst/>
              <a:ahLst/>
              <a:cxnLst/>
              <a:rect r="r" b="b" t="t" l="l"/>
              <a:pathLst>
                <a:path h="446047" w="10259122">
                  <a:moveTo>
                    <a:pt x="0" y="0"/>
                  </a:moveTo>
                  <a:lnTo>
                    <a:pt x="10259122" y="0"/>
                  </a:lnTo>
                  <a:lnTo>
                    <a:pt x="10259122" y="446047"/>
                  </a:lnTo>
                  <a:lnTo>
                    <a:pt x="0" y="446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157" r="0" b="-39815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10259124" cy="522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2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maior gerador do mundo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36343" y="5659241"/>
            <a:ext cx="7945241" cy="1282389"/>
            <a:chOff x="0" y="0"/>
            <a:chExt cx="10593654" cy="17098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93705" cy="1709801"/>
            </a:xfrm>
            <a:custGeom>
              <a:avLst/>
              <a:gdLst/>
              <a:ahLst/>
              <a:cxnLst/>
              <a:rect r="r" b="b" t="t" l="l"/>
              <a:pathLst>
                <a:path h="1709801" w="10593705">
                  <a:moveTo>
                    <a:pt x="74295" y="0"/>
                  </a:moveTo>
                  <a:lnTo>
                    <a:pt x="10370693" y="0"/>
                  </a:lnTo>
                  <a:cubicBezTo>
                    <a:pt x="10493883" y="0"/>
                    <a:pt x="10593705" y="99822"/>
                    <a:pt x="10593705" y="223012"/>
                  </a:cubicBezTo>
                  <a:lnTo>
                    <a:pt x="10593705" y="1486789"/>
                  </a:lnTo>
                  <a:cubicBezTo>
                    <a:pt x="10593705" y="1609979"/>
                    <a:pt x="10493883" y="1709801"/>
                    <a:pt x="10370693" y="1709801"/>
                  </a:cubicBezTo>
                  <a:lnTo>
                    <a:pt x="74295" y="1709801"/>
                  </a:lnTo>
                  <a:cubicBezTo>
                    <a:pt x="33274" y="1709801"/>
                    <a:pt x="0" y="1676527"/>
                    <a:pt x="0" y="1635506"/>
                  </a:cubicBezTo>
                  <a:lnTo>
                    <a:pt x="0" y="74295"/>
                  </a:lnTo>
                  <a:cubicBezTo>
                    <a:pt x="0" y="33274"/>
                    <a:pt x="33274" y="0"/>
                    <a:pt x="742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36343" y="5659241"/>
            <a:ext cx="55759" cy="1282389"/>
            <a:chOff x="0" y="0"/>
            <a:chExt cx="74346" cy="17098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295" cy="1709801"/>
            </a:xfrm>
            <a:custGeom>
              <a:avLst/>
              <a:gdLst/>
              <a:ahLst/>
              <a:cxnLst/>
              <a:rect r="r" b="b" t="t" l="l"/>
              <a:pathLst>
                <a:path h="1709801" w="74295">
                  <a:moveTo>
                    <a:pt x="74295" y="0"/>
                  </a:moveTo>
                  <a:lnTo>
                    <a:pt x="74295" y="1709801"/>
                  </a:lnTo>
                  <a:cubicBezTo>
                    <a:pt x="33274" y="1709801"/>
                    <a:pt x="0" y="1676527"/>
                    <a:pt x="0" y="1635506"/>
                  </a:cubicBezTo>
                  <a:lnTo>
                    <a:pt x="0" y="74295"/>
                  </a:lnTo>
                  <a:cubicBezTo>
                    <a:pt x="0" y="33274"/>
                    <a:pt x="33274" y="0"/>
                    <a:pt x="74295" y="0"/>
                  </a:cubicBezTo>
                  <a:close/>
                </a:path>
              </a:pathLst>
            </a:custGeom>
            <a:solidFill>
              <a:srgbClr val="F0B1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31491" y="5826509"/>
            <a:ext cx="7833731" cy="557565"/>
            <a:chOff x="0" y="0"/>
            <a:chExt cx="10444975" cy="7434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44976" cy="743414"/>
            </a:xfrm>
            <a:custGeom>
              <a:avLst/>
              <a:gdLst/>
              <a:ahLst/>
              <a:cxnLst/>
              <a:rect r="r" b="b" t="t" l="l"/>
              <a:pathLst>
                <a:path h="743414" w="10444976">
                  <a:moveTo>
                    <a:pt x="0" y="0"/>
                  </a:moveTo>
                  <a:lnTo>
                    <a:pt x="10444976" y="0"/>
                  </a:lnTo>
                  <a:lnTo>
                    <a:pt x="10444976" y="743414"/>
                  </a:lnTo>
                  <a:lnTo>
                    <a:pt x="0" y="7434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764" r="0" b="-2237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38100"/>
              <a:ext cx="10444975" cy="705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7"/>
                </a:lnSpc>
              </a:pPr>
              <a:r>
                <a:rPr lang="en-US" sz="3951" b="true">
                  <a:solidFill>
                    <a:srgbClr val="D087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31491" y="6439833"/>
            <a:ext cx="7694343" cy="334536"/>
            <a:chOff x="0" y="0"/>
            <a:chExt cx="10259124" cy="4460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59122" cy="446047"/>
            </a:xfrm>
            <a:custGeom>
              <a:avLst/>
              <a:gdLst/>
              <a:ahLst/>
              <a:cxnLst/>
              <a:rect r="r" b="b" t="t" l="l"/>
              <a:pathLst>
                <a:path h="446047" w="10259122">
                  <a:moveTo>
                    <a:pt x="0" y="0"/>
                  </a:moveTo>
                  <a:lnTo>
                    <a:pt x="10259122" y="0"/>
                  </a:lnTo>
                  <a:lnTo>
                    <a:pt x="10259122" y="446047"/>
                  </a:lnTo>
                  <a:lnTo>
                    <a:pt x="0" y="446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157" r="0" b="-39815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0259124" cy="522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2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descartado corretamente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08463" y="7053148"/>
            <a:ext cx="8070694" cy="278781"/>
            <a:chOff x="0" y="0"/>
            <a:chExt cx="10760926" cy="3717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60926" cy="371712"/>
            </a:xfrm>
            <a:custGeom>
              <a:avLst/>
              <a:gdLst/>
              <a:ahLst/>
              <a:cxnLst/>
              <a:rect r="r" b="b" t="t" l="l"/>
              <a:pathLst>
                <a:path h="371712" w="10760926">
                  <a:moveTo>
                    <a:pt x="0" y="0"/>
                  </a:moveTo>
                  <a:lnTo>
                    <a:pt x="10760926" y="0"/>
                  </a:lnTo>
                  <a:lnTo>
                    <a:pt x="10760926" y="371712"/>
                  </a:lnTo>
                  <a:lnTo>
                    <a:pt x="0" y="3717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4085" r="0" b="-5140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760926" cy="419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5"/>
                </a:lnSpc>
              </a:pPr>
              <a:r>
                <a:rPr lang="en-US" sz="163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Fonte: Monitor Global de Resíduos Eletrônicos 2024 - ONU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552450" y="7744987"/>
            <a:ext cx="8485146" cy="2547128"/>
          </a:xfrm>
          <a:custGeom>
            <a:avLst/>
            <a:gdLst/>
            <a:ahLst/>
            <a:cxnLst/>
            <a:rect r="r" b="b" t="t" l="l"/>
            <a:pathLst>
              <a:path h="2547128" w="8485146">
                <a:moveTo>
                  <a:pt x="0" y="0"/>
                </a:moveTo>
                <a:lnTo>
                  <a:pt x="8485146" y="0"/>
                </a:lnTo>
                <a:lnTo>
                  <a:pt x="8485146" y="2547128"/>
                </a:lnTo>
                <a:lnTo>
                  <a:pt x="0" y="25471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393898" y="7968939"/>
            <a:ext cx="3620178" cy="503185"/>
            <a:chOff x="0" y="0"/>
            <a:chExt cx="4460494" cy="61998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60488" cy="619978"/>
            </a:xfrm>
            <a:custGeom>
              <a:avLst/>
              <a:gdLst/>
              <a:ahLst/>
              <a:cxnLst/>
              <a:rect r="r" b="b" t="t" l="l"/>
              <a:pathLst>
                <a:path h="619978" w="4460488">
                  <a:moveTo>
                    <a:pt x="0" y="0"/>
                  </a:moveTo>
                  <a:lnTo>
                    <a:pt x="4460488" y="0"/>
                  </a:lnTo>
                  <a:lnTo>
                    <a:pt x="4460488" y="619978"/>
                  </a:lnTo>
                  <a:lnTo>
                    <a:pt x="0" y="6199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218" r="0" b="-8215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4460494" cy="667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8"/>
                </a:lnSpc>
              </a:pPr>
              <a:r>
                <a:rPr lang="en-US" b="true" sz="239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 Exemplo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64222" y="8521899"/>
            <a:ext cx="7760558" cy="1547310"/>
            <a:chOff x="0" y="0"/>
            <a:chExt cx="10328166" cy="205924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28172" cy="2059233"/>
            </a:xfrm>
            <a:custGeom>
              <a:avLst/>
              <a:gdLst/>
              <a:ahLst/>
              <a:cxnLst/>
              <a:rect r="r" b="b" t="t" l="l"/>
              <a:pathLst>
                <a:path h="2059233" w="10328172">
                  <a:moveTo>
                    <a:pt x="0" y="0"/>
                  </a:moveTo>
                  <a:lnTo>
                    <a:pt x="10328172" y="0"/>
                  </a:lnTo>
                  <a:lnTo>
                    <a:pt x="10328172" y="2059233"/>
                  </a:lnTo>
                  <a:lnTo>
                    <a:pt x="0" y="20592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532" r="-4369" b="-2546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10328166" cy="2154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6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fim</a:t>
              </a: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das atualizações do Windows 10 em outubro de 2025 foi apontado como um possível gatilho para o maior descarte de computadores da história, dando números acima de </a:t>
              </a:r>
              <a:r>
                <a:rPr lang="en-US" sz="1956">
                  <a:solidFill>
                    <a:srgbClr val="FF69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200 Milhões</a:t>
              </a: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 equipamentos descartados.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9250404" y="1890598"/>
            <a:ext cx="8485146" cy="7314267"/>
          </a:xfrm>
          <a:custGeom>
            <a:avLst/>
            <a:gdLst/>
            <a:ahLst/>
            <a:cxnLst/>
            <a:rect r="r" b="b" t="t" l="l"/>
            <a:pathLst>
              <a:path h="7314267" w="8485146">
                <a:moveTo>
                  <a:pt x="0" y="0"/>
                </a:moveTo>
                <a:lnTo>
                  <a:pt x="8485146" y="0"/>
                </a:lnTo>
                <a:lnTo>
                  <a:pt x="8485146" y="7314267"/>
                </a:lnTo>
                <a:lnTo>
                  <a:pt x="0" y="7314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9536039" y="2160546"/>
            <a:ext cx="470440" cy="418167"/>
          </a:xfrm>
          <a:custGeom>
            <a:avLst/>
            <a:gdLst/>
            <a:ahLst/>
            <a:cxnLst/>
            <a:rect r="r" b="b" t="t" l="l"/>
            <a:pathLst>
              <a:path h="418167" w="470440">
                <a:moveTo>
                  <a:pt x="0" y="0"/>
                </a:moveTo>
                <a:lnTo>
                  <a:pt x="470440" y="0"/>
                </a:lnTo>
                <a:lnTo>
                  <a:pt x="470440" y="418167"/>
                </a:lnTo>
                <a:lnTo>
                  <a:pt x="0" y="4181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196398" y="2085404"/>
            <a:ext cx="4866484" cy="507253"/>
            <a:chOff x="0" y="0"/>
            <a:chExt cx="5705704" cy="5947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05708" cy="594732"/>
            </a:xfrm>
            <a:custGeom>
              <a:avLst/>
              <a:gdLst/>
              <a:ahLst/>
              <a:cxnLst/>
              <a:rect r="r" b="b" t="t" l="l"/>
              <a:pathLst>
                <a:path h="594732" w="5705708">
                  <a:moveTo>
                    <a:pt x="0" y="0"/>
                  </a:moveTo>
                  <a:lnTo>
                    <a:pt x="5705708" y="0"/>
                  </a:lnTo>
                  <a:lnTo>
                    <a:pt x="5705708" y="594732"/>
                  </a:lnTo>
                  <a:lnTo>
                    <a:pt x="0" y="5947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934" r="0" b="-13693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5705704" cy="623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6"/>
                </a:lnSpc>
              </a:pPr>
              <a:r>
                <a:rPr lang="en-US" b="true" sz="2633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Problemas nos Laboratórios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9503854" y="2757373"/>
            <a:ext cx="7978235" cy="1426893"/>
          </a:xfrm>
          <a:custGeom>
            <a:avLst/>
            <a:gdLst/>
            <a:ahLst/>
            <a:cxnLst/>
            <a:rect r="r" b="b" t="t" l="l"/>
            <a:pathLst>
              <a:path h="1426893" w="7978235">
                <a:moveTo>
                  <a:pt x="0" y="0"/>
                </a:moveTo>
                <a:lnTo>
                  <a:pt x="7978236" y="0"/>
                </a:lnTo>
                <a:lnTo>
                  <a:pt x="7978236" y="1426893"/>
                </a:lnTo>
                <a:lnTo>
                  <a:pt x="0" y="14268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9687620" y="2996889"/>
            <a:ext cx="446046" cy="446046"/>
            <a:chOff x="0" y="0"/>
            <a:chExt cx="594728" cy="5947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94741" cy="594741"/>
            </a:xfrm>
            <a:custGeom>
              <a:avLst/>
              <a:gdLst/>
              <a:ahLst/>
              <a:cxnLst/>
              <a:rect r="r" b="b" t="t" l="l"/>
              <a:pathLst>
                <a:path h="594741" w="594741">
                  <a:moveTo>
                    <a:pt x="297307" y="0"/>
                  </a:moveTo>
                  <a:cubicBezTo>
                    <a:pt x="461645" y="0"/>
                    <a:pt x="594741" y="133096"/>
                    <a:pt x="594741" y="297307"/>
                  </a:cubicBezTo>
                  <a:cubicBezTo>
                    <a:pt x="594741" y="461518"/>
                    <a:pt x="461645" y="594741"/>
                    <a:pt x="297307" y="594741"/>
                  </a:cubicBezTo>
                  <a:cubicBezTo>
                    <a:pt x="132969" y="594741"/>
                    <a:pt x="0" y="461645"/>
                    <a:pt x="0" y="297307"/>
                  </a:cubicBezTo>
                  <a:cubicBezTo>
                    <a:pt x="0" y="132969"/>
                    <a:pt x="133096" y="0"/>
                    <a:pt x="297307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27009" y="3108398"/>
            <a:ext cx="167269" cy="223028"/>
            <a:chOff x="0" y="0"/>
            <a:chExt cx="223025" cy="29737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86" y="37243"/>
              <a:ext cx="222949" cy="222948"/>
            </a:xfrm>
            <a:custGeom>
              <a:avLst/>
              <a:gdLst/>
              <a:ahLst/>
              <a:cxnLst/>
              <a:rect r="r" b="b" t="t" l="l"/>
              <a:pathLst>
                <a:path h="222948" w="222949">
                  <a:moveTo>
                    <a:pt x="31718" y="5429"/>
                  </a:moveTo>
                  <a:cubicBezTo>
                    <a:pt x="24479" y="-1810"/>
                    <a:pt x="12668" y="-1810"/>
                    <a:pt x="5429" y="5429"/>
                  </a:cubicBezTo>
                  <a:cubicBezTo>
                    <a:pt x="-1810" y="12668"/>
                    <a:pt x="-1810" y="24479"/>
                    <a:pt x="5429" y="31718"/>
                  </a:cubicBezTo>
                  <a:lnTo>
                    <a:pt x="85185" y="111474"/>
                  </a:lnTo>
                  <a:lnTo>
                    <a:pt x="5429" y="191230"/>
                  </a:lnTo>
                  <a:cubicBezTo>
                    <a:pt x="-1810" y="198469"/>
                    <a:pt x="-1810" y="210280"/>
                    <a:pt x="5429" y="217519"/>
                  </a:cubicBezTo>
                  <a:cubicBezTo>
                    <a:pt x="12668" y="224758"/>
                    <a:pt x="24479" y="224758"/>
                    <a:pt x="31718" y="217519"/>
                  </a:cubicBezTo>
                  <a:lnTo>
                    <a:pt x="111474" y="137763"/>
                  </a:lnTo>
                  <a:lnTo>
                    <a:pt x="191230" y="217519"/>
                  </a:lnTo>
                  <a:cubicBezTo>
                    <a:pt x="198469" y="224758"/>
                    <a:pt x="210280" y="224758"/>
                    <a:pt x="217519" y="217519"/>
                  </a:cubicBezTo>
                  <a:cubicBezTo>
                    <a:pt x="224758" y="210280"/>
                    <a:pt x="224758" y="198469"/>
                    <a:pt x="217519" y="191230"/>
                  </a:cubicBezTo>
                  <a:lnTo>
                    <a:pt x="137763" y="111474"/>
                  </a:lnTo>
                  <a:lnTo>
                    <a:pt x="217519" y="31718"/>
                  </a:lnTo>
                  <a:cubicBezTo>
                    <a:pt x="224758" y="24479"/>
                    <a:pt x="224758" y="12668"/>
                    <a:pt x="217519" y="5429"/>
                  </a:cubicBezTo>
                  <a:cubicBezTo>
                    <a:pt x="210280" y="-1810"/>
                    <a:pt x="198469" y="-1810"/>
                    <a:pt x="191230" y="5429"/>
                  </a:cubicBezTo>
                  <a:lnTo>
                    <a:pt x="111474" y="85185"/>
                  </a:lnTo>
                  <a:lnTo>
                    <a:pt x="31718" y="5429"/>
                  </a:ln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300935" y="2941129"/>
            <a:ext cx="7108898" cy="432675"/>
            <a:chOff x="0" y="0"/>
            <a:chExt cx="9478531" cy="57689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478536" cy="576898"/>
            </a:xfrm>
            <a:custGeom>
              <a:avLst/>
              <a:gdLst/>
              <a:ahLst/>
              <a:cxnLst/>
              <a:rect r="r" b="b" t="t" l="l"/>
              <a:pathLst>
                <a:path h="576898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576898"/>
                  </a:lnTo>
                  <a:lnTo>
                    <a:pt x="0" y="5768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1483" r="0" b="-25880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9478531" cy="643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b="true" sz="2056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Alto Custo de Manutenção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300935" y="3401120"/>
            <a:ext cx="7108898" cy="700571"/>
            <a:chOff x="0" y="0"/>
            <a:chExt cx="9478531" cy="93409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478536" cy="934094"/>
            </a:xfrm>
            <a:custGeom>
              <a:avLst/>
              <a:gdLst/>
              <a:ahLst/>
              <a:cxnLst/>
              <a:rect r="r" b="b" t="t" l="l"/>
              <a:pathLst>
                <a:path h="934094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934094"/>
                  </a:lnTo>
                  <a:lnTo>
                    <a:pt x="0" y="9340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968" r="0" b="-14547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76200"/>
              <a:ext cx="9478531" cy="1010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2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Equipamentos eletrônicos exigem reparos constantes e se um equipamento parar de funcionar o custo é maior.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9503854" y="4346419"/>
            <a:ext cx="7978235" cy="1426893"/>
          </a:xfrm>
          <a:custGeom>
            <a:avLst/>
            <a:gdLst/>
            <a:ahLst/>
            <a:cxnLst/>
            <a:rect r="r" b="b" t="t" l="l"/>
            <a:pathLst>
              <a:path h="1426893" w="7978235">
                <a:moveTo>
                  <a:pt x="0" y="0"/>
                </a:moveTo>
                <a:lnTo>
                  <a:pt x="7978236" y="0"/>
                </a:lnTo>
                <a:lnTo>
                  <a:pt x="7978236" y="1426893"/>
                </a:lnTo>
                <a:lnTo>
                  <a:pt x="0" y="14268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9687620" y="4585935"/>
            <a:ext cx="446046" cy="446046"/>
            <a:chOff x="0" y="0"/>
            <a:chExt cx="594728" cy="5947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94741" cy="594741"/>
            </a:xfrm>
            <a:custGeom>
              <a:avLst/>
              <a:gdLst/>
              <a:ahLst/>
              <a:cxnLst/>
              <a:rect r="r" b="b" t="t" l="l"/>
              <a:pathLst>
                <a:path h="594741" w="594741">
                  <a:moveTo>
                    <a:pt x="297307" y="0"/>
                  </a:moveTo>
                  <a:cubicBezTo>
                    <a:pt x="461645" y="0"/>
                    <a:pt x="594741" y="133096"/>
                    <a:pt x="594741" y="297307"/>
                  </a:cubicBezTo>
                  <a:cubicBezTo>
                    <a:pt x="594741" y="461518"/>
                    <a:pt x="461645" y="594741"/>
                    <a:pt x="297307" y="594741"/>
                  </a:cubicBezTo>
                  <a:cubicBezTo>
                    <a:pt x="132969" y="594741"/>
                    <a:pt x="0" y="461645"/>
                    <a:pt x="0" y="297307"/>
                  </a:cubicBezTo>
                  <a:cubicBezTo>
                    <a:pt x="0" y="132969"/>
                    <a:pt x="133096" y="0"/>
                    <a:pt x="297307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827009" y="4697454"/>
            <a:ext cx="167269" cy="223028"/>
            <a:chOff x="0" y="0"/>
            <a:chExt cx="223025" cy="2973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286" y="37243"/>
              <a:ext cx="222949" cy="222948"/>
            </a:xfrm>
            <a:custGeom>
              <a:avLst/>
              <a:gdLst/>
              <a:ahLst/>
              <a:cxnLst/>
              <a:rect r="r" b="b" t="t" l="l"/>
              <a:pathLst>
                <a:path h="222948" w="222949">
                  <a:moveTo>
                    <a:pt x="31718" y="5429"/>
                  </a:moveTo>
                  <a:cubicBezTo>
                    <a:pt x="24479" y="-1810"/>
                    <a:pt x="12668" y="-1810"/>
                    <a:pt x="5429" y="5429"/>
                  </a:cubicBezTo>
                  <a:cubicBezTo>
                    <a:pt x="-1810" y="12668"/>
                    <a:pt x="-1810" y="24479"/>
                    <a:pt x="5429" y="31718"/>
                  </a:cubicBezTo>
                  <a:lnTo>
                    <a:pt x="85185" y="111474"/>
                  </a:lnTo>
                  <a:lnTo>
                    <a:pt x="5429" y="191230"/>
                  </a:lnTo>
                  <a:cubicBezTo>
                    <a:pt x="-1810" y="198469"/>
                    <a:pt x="-1810" y="210280"/>
                    <a:pt x="5429" y="217519"/>
                  </a:cubicBezTo>
                  <a:cubicBezTo>
                    <a:pt x="12668" y="224758"/>
                    <a:pt x="24479" y="224758"/>
                    <a:pt x="31718" y="217519"/>
                  </a:cubicBezTo>
                  <a:lnTo>
                    <a:pt x="111474" y="137763"/>
                  </a:lnTo>
                  <a:lnTo>
                    <a:pt x="191230" y="217519"/>
                  </a:lnTo>
                  <a:cubicBezTo>
                    <a:pt x="198469" y="224758"/>
                    <a:pt x="210280" y="224758"/>
                    <a:pt x="217519" y="217519"/>
                  </a:cubicBezTo>
                  <a:cubicBezTo>
                    <a:pt x="224758" y="210280"/>
                    <a:pt x="224758" y="198469"/>
                    <a:pt x="217519" y="191230"/>
                  </a:cubicBezTo>
                  <a:lnTo>
                    <a:pt x="137763" y="111474"/>
                  </a:lnTo>
                  <a:lnTo>
                    <a:pt x="217519" y="31718"/>
                  </a:lnTo>
                  <a:cubicBezTo>
                    <a:pt x="224758" y="24479"/>
                    <a:pt x="224758" y="12668"/>
                    <a:pt x="217519" y="5429"/>
                  </a:cubicBezTo>
                  <a:cubicBezTo>
                    <a:pt x="210280" y="-1810"/>
                    <a:pt x="198469" y="-1810"/>
                    <a:pt x="191230" y="5429"/>
                  </a:cubicBezTo>
                  <a:lnTo>
                    <a:pt x="111474" y="85185"/>
                  </a:lnTo>
                  <a:lnTo>
                    <a:pt x="31718" y="5429"/>
                  </a:ln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300935" y="4530185"/>
            <a:ext cx="7108898" cy="432675"/>
            <a:chOff x="0" y="0"/>
            <a:chExt cx="9478531" cy="57689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478536" cy="576898"/>
            </a:xfrm>
            <a:custGeom>
              <a:avLst/>
              <a:gdLst/>
              <a:ahLst/>
              <a:cxnLst/>
              <a:rect r="r" b="b" t="t" l="l"/>
              <a:pathLst>
                <a:path h="576898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576898"/>
                  </a:lnTo>
                  <a:lnTo>
                    <a:pt x="0" y="5768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1483" r="0" b="-25880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66675"/>
              <a:ext cx="9478531" cy="643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b="true" sz="2056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Falta de Gestão Centralizada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300935" y="4934417"/>
            <a:ext cx="7108898" cy="700571"/>
            <a:chOff x="0" y="0"/>
            <a:chExt cx="9478531" cy="93409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478536" cy="934094"/>
            </a:xfrm>
            <a:custGeom>
              <a:avLst/>
              <a:gdLst/>
              <a:ahLst/>
              <a:cxnLst/>
              <a:rect r="r" b="b" t="t" l="l"/>
              <a:pathLst>
                <a:path h="934094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934094"/>
                  </a:lnTo>
                  <a:lnTo>
                    <a:pt x="0" y="9340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968" r="0" b="-14547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9478531" cy="1010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2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Dificuldade em controlar softwares instalados e configurações das máquinas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9503854" y="5935466"/>
            <a:ext cx="7978235" cy="1426893"/>
          </a:xfrm>
          <a:custGeom>
            <a:avLst/>
            <a:gdLst/>
            <a:ahLst/>
            <a:cxnLst/>
            <a:rect r="r" b="b" t="t" l="l"/>
            <a:pathLst>
              <a:path h="1426893" w="7978235">
                <a:moveTo>
                  <a:pt x="0" y="0"/>
                </a:moveTo>
                <a:lnTo>
                  <a:pt x="7978236" y="0"/>
                </a:lnTo>
                <a:lnTo>
                  <a:pt x="7978236" y="1426892"/>
                </a:lnTo>
                <a:lnTo>
                  <a:pt x="0" y="14268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9687620" y="6174991"/>
            <a:ext cx="446046" cy="446046"/>
            <a:chOff x="0" y="0"/>
            <a:chExt cx="594728" cy="59472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94741" cy="594741"/>
            </a:xfrm>
            <a:custGeom>
              <a:avLst/>
              <a:gdLst/>
              <a:ahLst/>
              <a:cxnLst/>
              <a:rect r="r" b="b" t="t" l="l"/>
              <a:pathLst>
                <a:path h="594741" w="594741">
                  <a:moveTo>
                    <a:pt x="297307" y="0"/>
                  </a:moveTo>
                  <a:cubicBezTo>
                    <a:pt x="461645" y="0"/>
                    <a:pt x="594741" y="133096"/>
                    <a:pt x="594741" y="297307"/>
                  </a:cubicBezTo>
                  <a:cubicBezTo>
                    <a:pt x="594741" y="461518"/>
                    <a:pt x="461645" y="594741"/>
                    <a:pt x="297307" y="594741"/>
                  </a:cubicBezTo>
                  <a:cubicBezTo>
                    <a:pt x="132969" y="594741"/>
                    <a:pt x="0" y="461645"/>
                    <a:pt x="0" y="297307"/>
                  </a:cubicBezTo>
                  <a:cubicBezTo>
                    <a:pt x="0" y="132969"/>
                    <a:pt x="133096" y="0"/>
                    <a:pt x="297307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827009" y="6286500"/>
            <a:ext cx="167269" cy="223028"/>
            <a:chOff x="0" y="0"/>
            <a:chExt cx="223025" cy="29737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286" y="37243"/>
              <a:ext cx="222949" cy="222948"/>
            </a:xfrm>
            <a:custGeom>
              <a:avLst/>
              <a:gdLst/>
              <a:ahLst/>
              <a:cxnLst/>
              <a:rect r="r" b="b" t="t" l="l"/>
              <a:pathLst>
                <a:path h="222948" w="222949">
                  <a:moveTo>
                    <a:pt x="31718" y="5429"/>
                  </a:moveTo>
                  <a:cubicBezTo>
                    <a:pt x="24479" y="-1810"/>
                    <a:pt x="12668" y="-1810"/>
                    <a:pt x="5429" y="5429"/>
                  </a:cubicBezTo>
                  <a:cubicBezTo>
                    <a:pt x="-1810" y="12668"/>
                    <a:pt x="-1810" y="24479"/>
                    <a:pt x="5429" y="31718"/>
                  </a:cubicBezTo>
                  <a:lnTo>
                    <a:pt x="85185" y="111474"/>
                  </a:lnTo>
                  <a:lnTo>
                    <a:pt x="5429" y="191230"/>
                  </a:lnTo>
                  <a:cubicBezTo>
                    <a:pt x="-1810" y="198469"/>
                    <a:pt x="-1810" y="210280"/>
                    <a:pt x="5429" y="217519"/>
                  </a:cubicBezTo>
                  <a:cubicBezTo>
                    <a:pt x="12668" y="224758"/>
                    <a:pt x="24479" y="224758"/>
                    <a:pt x="31718" y="217519"/>
                  </a:cubicBezTo>
                  <a:lnTo>
                    <a:pt x="111474" y="137763"/>
                  </a:lnTo>
                  <a:lnTo>
                    <a:pt x="191230" y="217519"/>
                  </a:lnTo>
                  <a:cubicBezTo>
                    <a:pt x="198469" y="224758"/>
                    <a:pt x="210280" y="224758"/>
                    <a:pt x="217519" y="217519"/>
                  </a:cubicBezTo>
                  <a:cubicBezTo>
                    <a:pt x="224758" y="210280"/>
                    <a:pt x="224758" y="198469"/>
                    <a:pt x="217519" y="191230"/>
                  </a:cubicBezTo>
                  <a:lnTo>
                    <a:pt x="137763" y="111474"/>
                  </a:lnTo>
                  <a:lnTo>
                    <a:pt x="217519" y="31718"/>
                  </a:lnTo>
                  <a:cubicBezTo>
                    <a:pt x="224758" y="24479"/>
                    <a:pt x="224758" y="12668"/>
                    <a:pt x="217519" y="5429"/>
                  </a:cubicBezTo>
                  <a:cubicBezTo>
                    <a:pt x="210280" y="-1810"/>
                    <a:pt x="198469" y="-1810"/>
                    <a:pt x="191230" y="5429"/>
                  </a:cubicBezTo>
                  <a:lnTo>
                    <a:pt x="111474" y="85185"/>
                  </a:lnTo>
                  <a:lnTo>
                    <a:pt x="31718" y="5429"/>
                  </a:ln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300935" y="6116212"/>
            <a:ext cx="7108898" cy="432675"/>
            <a:chOff x="0" y="0"/>
            <a:chExt cx="9478531" cy="57689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478536" cy="576898"/>
            </a:xfrm>
            <a:custGeom>
              <a:avLst/>
              <a:gdLst/>
              <a:ahLst/>
              <a:cxnLst/>
              <a:rect r="r" b="b" t="t" l="l"/>
              <a:pathLst>
                <a:path h="576898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576898"/>
                  </a:lnTo>
                  <a:lnTo>
                    <a:pt x="0" y="5768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1483" r="0" b="-25880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9478531" cy="643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b="true" sz="2056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Segurança Inadequada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300935" y="6548887"/>
            <a:ext cx="7108898" cy="700571"/>
            <a:chOff x="0" y="0"/>
            <a:chExt cx="9478531" cy="9340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478536" cy="934094"/>
            </a:xfrm>
            <a:custGeom>
              <a:avLst/>
              <a:gdLst/>
              <a:ahLst/>
              <a:cxnLst/>
              <a:rect r="r" b="b" t="t" l="l"/>
              <a:pathLst>
                <a:path h="934094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934094"/>
                  </a:lnTo>
                  <a:lnTo>
                    <a:pt x="0" y="9340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968" r="0" b="-14547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9478531" cy="1010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2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Alunos podem instalar softwares mal-intencionados comprometendo as máquinas físicas</a:t>
              </a: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9503854" y="7524521"/>
            <a:ext cx="7978235" cy="1426893"/>
          </a:xfrm>
          <a:custGeom>
            <a:avLst/>
            <a:gdLst/>
            <a:ahLst/>
            <a:cxnLst/>
            <a:rect r="r" b="b" t="t" l="l"/>
            <a:pathLst>
              <a:path h="1426893" w="7978235">
                <a:moveTo>
                  <a:pt x="0" y="0"/>
                </a:moveTo>
                <a:lnTo>
                  <a:pt x="7978236" y="0"/>
                </a:lnTo>
                <a:lnTo>
                  <a:pt x="7978236" y="1426893"/>
                </a:lnTo>
                <a:lnTo>
                  <a:pt x="0" y="14268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9687620" y="7764037"/>
            <a:ext cx="446046" cy="446046"/>
            <a:chOff x="0" y="0"/>
            <a:chExt cx="594728" cy="59472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94741" cy="594741"/>
            </a:xfrm>
            <a:custGeom>
              <a:avLst/>
              <a:gdLst/>
              <a:ahLst/>
              <a:cxnLst/>
              <a:rect r="r" b="b" t="t" l="l"/>
              <a:pathLst>
                <a:path h="594741" w="594741">
                  <a:moveTo>
                    <a:pt x="297307" y="0"/>
                  </a:moveTo>
                  <a:cubicBezTo>
                    <a:pt x="461645" y="0"/>
                    <a:pt x="594741" y="133096"/>
                    <a:pt x="594741" y="297307"/>
                  </a:cubicBezTo>
                  <a:cubicBezTo>
                    <a:pt x="594741" y="461518"/>
                    <a:pt x="461645" y="594741"/>
                    <a:pt x="297307" y="594741"/>
                  </a:cubicBezTo>
                  <a:cubicBezTo>
                    <a:pt x="132969" y="594741"/>
                    <a:pt x="0" y="461645"/>
                    <a:pt x="0" y="297307"/>
                  </a:cubicBezTo>
                  <a:cubicBezTo>
                    <a:pt x="0" y="132969"/>
                    <a:pt x="133096" y="0"/>
                    <a:pt x="297307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827009" y="7875546"/>
            <a:ext cx="167269" cy="223028"/>
            <a:chOff x="0" y="0"/>
            <a:chExt cx="223025" cy="29737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286" y="37243"/>
              <a:ext cx="222949" cy="222948"/>
            </a:xfrm>
            <a:custGeom>
              <a:avLst/>
              <a:gdLst/>
              <a:ahLst/>
              <a:cxnLst/>
              <a:rect r="r" b="b" t="t" l="l"/>
              <a:pathLst>
                <a:path h="222948" w="222949">
                  <a:moveTo>
                    <a:pt x="31718" y="5429"/>
                  </a:moveTo>
                  <a:cubicBezTo>
                    <a:pt x="24479" y="-1810"/>
                    <a:pt x="12668" y="-1810"/>
                    <a:pt x="5429" y="5429"/>
                  </a:cubicBezTo>
                  <a:cubicBezTo>
                    <a:pt x="-1810" y="12668"/>
                    <a:pt x="-1810" y="24479"/>
                    <a:pt x="5429" y="31718"/>
                  </a:cubicBezTo>
                  <a:lnTo>
                    <a:pt x="85185" y="111474"/>
                  </a:lnTo>
                  <a:lnTo>
                    <a:pt x="5429" y="191230"/>
                  </a:lnTo>
                  <a:cubicBezTo>
                    <a:pt x="-1810" y="198469"/>
                    <a:pt x="-1810" y="210280"/>
                    <a:pt x="5429" y="217519"/>
                  </a:cubicBezTo>
                  <a:cubicBezTo>
                    <a:pt x="12668" y="224758"/>
                    <a:pt x="24479" y="224758"/>
                    <a:pt x="31718" y="217519"/>
                  </a:cubicBezTo>
                  <a:lnTo>
                    <a:pt x="111474" y="137763"/>
                  </a:lnTo>
                  <a:lnTo>
                    <a:pt x="191230" y="217519"/>
                  </a:lnTo>
                  <a:cubicBezTo>
                    <a:pt x="198469" y="224758"/>
                    <a:pt x="210280" y="224758"/>
                    <a:pt x="217519" y="217519"/>
                  </a:cubicBezTo>
                  <a:cubicBezTo>
                    <a:pt x="224758" y="210280"/>
                    <a:pt x="224758" y="198469"/>
                    <a:pt x="217519" y="191230"/>
                  </a:cubicBezTo>
                  <a:lnTo>
                    <a:pt x="137763" y="111474"/>
                  </a:lnTo>
                  <a:lnTo>
                    <a:pt x="217519" y="31718"/>
                  </a:lnTo>
                  <a:cubicBezTo>
                    <a:pt x="224758" y="24479"/>
                    <a:pt x="224758" y="12668"/>
                    <a:pt x="217519" y="5429"/>
                  </a:cubicBezTo>
                  <a:cubicBezTo>
                    <a:pt x="210280" y="-1810"/>
                    <a:pt x="198469" y="-1810"/>
                    <a:pt x="191230" y="5429"/>
                  </a:cubicBezTo>
                  <a:lnTo>
                    <a:pt x="111474" y="85185"/>
                  </a:lnTo>
                  <a:lnTo>
                    <a:pt x="31718" y="5429"/>
                  </a:ln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300935" y="7708278"/>
            <a:ext cx="7108898" cy="432675"/>
            <a:chOff x="0" y="0"/>
            <a:chExt cx="9478531" cy="57689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478536" cy="576898"/>
            </a:xfrm>
            <a:custGeom>
              <a:avLst/>
              <a:gdLst/>
              <a:ahLst/>
              <a:cxnLst/>
              <a:rect r="r" b="b" t="t" l="l"/>
              <a:pathLst>
                <a:path h="576898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576898"/>
                  </a:lnTo>
                  <a:lnTo>
                    <a:pt x="0" y="5768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1483" r="0" b="-25880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66675"/>
              <a:ext cx="9478531" cy="643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b="true" sz="2056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Descarte Constante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300935" y="8114686"/>
            <a:ext cx="7108898" cy="700571"/>
            <a:chOff x="0" y="0"/>
            <a:chExt cx="9478531" cy="93409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478536" cy="934094"/>
            </a:xfrm>
            <a:custGeom>
              <a:avLst/>
              <a:gdLst/>
              <a:ahLst/>
              <a:cxnLst/>
              <a:rect r="r" b="b" t="t" l="l"/>
              <a:pathLst>
                <a:path h="934094" w="9478536">
                  <a:moveTo>
                    <a:pt x="0" y="0"/>
                  </a:moveTo>
                  <a:lnTo>
                    <a:pt x="9478536" y="0"/>
                  </a:lnTo>
                  <a:lnTo>
                    <a:pt x="9478536" y="934094"/>
                  </a:lnTo>
                  <a:lnTo>
                    <a:pt x="0" y="9340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968" r="0" b="-14547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76200"/>
              <a:ext cx="9478531" cy="1010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2"/>
                </a:lnSpc>
              </a:pPr>
              <a:r>
                <a:rPr lang="en-US" sz="1956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Equipamentos obsoletos são descartados sem reaproveitamento, gerando mais lixo eletrônico</a:t>
              </a: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805910" y="7875546"/>
            <a:ext cx="509486" cy="478280"/>
          </a:xfrm>
          <a:custGeom>
            <a:avLst/>
            <a:gdLst/>
            <a:ahLst/>
            <a:cxnLst/>
            <a:rect r="r" b="b" t="t" l="l"/>
            <a:pathLst>
              <a:path h="478280" w="509486">
                <a:moveTo>
                  <a:pt x="0" y="0"/>
                </a:moveTo>
                <a:lnTo>
                  <a:pt x="509486" y="0"/>
                </a:lnTo>
                <a:lnTo>
                  <a:pt x="509486" y="478280"/>
                </a:lnTo>
                <a:lnTo>
                  <a:pt x="0" y="478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093" y="-91557"/>
            <a:ext cx="19276326" cy="10492857"/>
            <a:chOff x="0" y="0"/>
            <a:chExt cx="2519753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51975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97530">
                  <a:moveTo>
                    <a:pt x="0" y="0"/>
                  </a:moveTo>
                  <a:lnTo>
                    <a:pt x="25197530" y="0"/>
                  </a:lnTo>
                  <a:lnTo>
                    <a:pt x="2519753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22" r="0" b="-23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738187"/>
            <a:ext cx="800100" cy="800100"/>
            <a:chOff x="0" y="0"/>
            <a:chExt cx="1066800" cy="106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B342">
                    <a:alpha val="100000"/>
                  </a:srgbClr>
                </a:gs>
                <a:gs pos="100000">
                  <a:srgbClr val="558B2F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42962" y="971550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00200" y="571500"/>
            <a:ext cx="3186112" cy="571500"/>
            <a:chOff x="0" y="0"/>
            <a:chExt cx="4248150" cy="76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8150" cy="762000"/>
            </a:xfrm>
            <a:custGeom>
              <a:avLst/>
              <a:gdLst/>
              <a:ahLst/>
              <a:cxnLst/>
              <a:rect r="r" b="b" t="t" l="l"/>
              <a:pathLst>
                <a:path h="762000" w="4248150">
                  <a:moveTo>
                    <a:pt x="0" y="0"/>
                  </a:moveTo>
                  <a:lnTo>
                    <a:pt x="4248150" y="0"/>
                  </a:lnTo>
                  <a:lnTo>
                    <a:pt x="42481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629" r="0" b="-5862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424815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b="true" sz="40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 Solução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0200" y="1128114"/>
            <a:ext cx="3186112" cy="414936"/>
            <a:chOff x="0" y="0"/>
            <a:chExt cx="409575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95750" cy="533400"/>
            </a:xfrm>
            <a:custGeom>
              <a:avLst/>
              <a:gdLst/>
              <a:ahLst/>
              <a:cxnLst/>
              <a:rect r="r" b="b" t="t" l="l"/>
              <a:pathLst>
                <a:path h="533400" w="4095750">
                  <a:moveTo>
                    <a:pt x="0" y="0"/>
                  </a:moveTo>
                  <a:lnTo>
                    <a:pt x="4095750" y="0"/>
                  </a:lnTo>
                  <a:lnTo>
                    <a:pt x="4095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17" r="0" b="-9961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095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Infraestrutura VirtuaLab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0200" y="1657350"/>
            <a:ext cx="1371600" cy="57150"/>
            <a:chOff x="0" y="0"/>
            <a:chExt cx="18288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38100" y="0"/>
                  </a:moveTo>
                  <a:lnTo>
                    <a:pt x="1790700" y="0"/>
                  </a:lnTo>
                  <a:cubicBezTo>
                    <a:pt x="1811782" y="0"/>
                    <a:pt x="1828800" y="17018"/>
                    <a:pt x="1828800" y="38100"/>
                  </a:cubicBezTo>
                  <a:cubicBezTo>
                    <a:pt x="1828800" y="59182"/>
                    <a:pt x="1811782" y="76200"/>
                    <a:pt x="1790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0818" y="1885950"/>
            <a:ext cx="10357119" cy="8129370"/>
            <a:chOff x="0" y="0"/>
            <a:chExt cx="2727801" cy="21410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27801" cy="2141069"/>
            </a:xfrm>
            <a:custGeom>
              <a:avLst/>
              <a:gdLst/>
              <a:ahLst/>
              <a:cxnLst/>
              <a:rect r="r" b="b" t="t" l="l"/>
              <a:pathLst>
                <a:path h="2141069" w="2727801">
                  <a:moveTo>
                    <a:pt x="38122" y="0"/>
                  </a:moveTo>
                  <a:lnTo>
                    <a:pt x="2689678" y="0"/>
                  </a:lnTo>
                  <a:cubicBezTo>
                    <a:pt x="2710733" y="0"/>
                    <a:pt x="2727801" y="17068"/>
                    <a:pt x="2727801" y="38122"/>
                  </a:cubicBezTo>
                  <a:lnTo>
                    <a:pt x="2727801" y="2102946"/>
                  </a:lnTo>
                  <a:cubicBezTo>
                    <a:pt x="2727801" y="2124001"/>
                    <a:pt x="2710733" y="2141069"/>
                    <a:pt x="2689678" y="2141069"/>
                  </a:cubicBezTo>
                  <a:lnTo>
                    <a:pt x="38122" y="2141069"/>
                  </a:lnTo>
                  <a:cubicBezTo>
                    <a:pt x="17068" y="2141069"/>
                    <a:pt x="0" y="2124001"/>
                    <a:pt x="0" y="2102946"/>
                  </a:cubicBezTo>
                  <a:lnTo>
                    <a:pt x="0" y="38122"/>
                  </a:lnTo>
                  <a:cubicBezTo>
                    <a:pt x="0" y="17068"/>
                    <a:pt x="17068" y="0"/>
                    <a:pt x="38122" y="0"/>
                  </a:cubicBezTo>
                  <a:close/>
                </a:path>
              </a:pathLst>
            </a:custGeom>
            <a:solidFill>
              <a:srgbClr val="00A8E8">
                <a:alpha val="1882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727801" cy="2198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28688" y="2314575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14450" y="2257425"/>
            <a:ext cx="9315450" cy="457200"/>
            <a:chOff x="0" y="0"/>
            <a:chExt cx="12420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206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420600">
                  <a:moveTo>
                    <a:pt x="0" y="0"/>
                  </a:moveTo>
                  <a:lnTo>
                    <a:pt x="12420600" y="0"/>
                  </a:lnTo>
                  <a:lnTo>
                    <a:pt x="12420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7007" r="0" b="-3470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420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Arquitetura da Solução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990812" y="1938338"/>
            <a:ext cx="6724650" cy="4810125"/>
          </a:xfrm>
          <a:custGeom>
            <a:avLst/>
            <a:gdLst/>
            <a:ahLst/>
            <a:cxnLst/>
            <a:rect r="r" b="b" t="t" l="l"/>
            <a:pathLst>
              <a:path h="4810125" w="6724650">
                <a:moveTo>
                  <a:pt x="0" y="0"/>
                </a:moveTo>
                <a:lnTo>
                  <a:pt x="6724650" y="0"/>
                </a:lnTo>
                <a:lnTo>
                  <a:pt x="6724650" y="4810124"/>
                </a:lnTo>
                <a:lnTo>
                  <a:pt x="0" y="4810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88468" y="225742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609937" y="2200275"/>
            <a:ext cx="5986462" cy="400050"/>
            <a:chOff x="0" y="0"/>
            <a:chExt cx="798195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81950" cy="533400"/>
            </a:xfrm>
            <a:custGeom>
              <a:avLst/>
              <a:gdLst/>
              <a:ahLst/>
              <a:cxnLst/>
              <a:rect r="r" b="b" t="t" l="l"/>
              <a:pathLst>
                <a:path h="533400" w="7981950">
                  <a:moveTo>
                    <a:pt x="0" y="0"/>
                  </a:moveTo>
                  <a:lnTo>
                    <a:pt x="7981950" y="0"/>
                  </a:lnTo>
                  <a:lnTo>
                    <a:pt x="7981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1579" r="0" b="-24157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9819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Componentes Principais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81324" y="2771775"/>
            <a:ext cx="6172200" cy="1028700"/>
            <a:chOff x="0" y="0"/>
            <a:chExt cx="82296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229600">
                  <a:moveTo>
                    <a:pt x="76200" y="0"/>
                  </a:moveTo>
                  <a:lnTo>
                    <a:pt x="8001000" y="0"/>
                  </a:lnTo>
                  <a:cubicBezTo>
                    <a:pt x="8127111" y="0"/>
                    <a:pt x="8229600" y="102489"/>
                    <a:pt x="8229600" y="228600"/>
                  </a:cubicBezTo>
                  <a:lnTo>
                    <a:pt x="8229600" y="1143000"/>
                  </a:lnTo>
                  <a:cubicBezTo>
                    <a:pt x="8229600" y="1269111"/>
                    <a:pt x="8127111" y="1371600"/>
                    <a:pt x="8001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281324" y="2771775"/>
            <a:ext cx="57150" cy="1028700"/>
            <a:chOff x="0" y="0"/>
            <a:chExt cx="762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1481349" y="2894239"/>
            <a:ext cx="251222" cy="287111"/>
          </a:xfrm>
          <a:custGeom>
            <a:avLst/>
            <a:gdLst/>
            <a:ahLst/>
            <a:cxnLst/>
            <a:rect r="r" b="b" t="t" l="l"/>
            <a:pathLst>
              <a:path h="287111" w="251222">
                <a:moveTo>
                  <a:pt x="0" y="0"/>
                </a:moveTo>
                <a:lnTo>
                  <a:pt x="251222" y="0"/>
                </a:lnTo>
                <a:lnTo>
                  <a:pt x="251222" y="287111"/>
                </a:lnTo>
                <a:lnTo>
                  <a:pt x="0" y="2871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1881399" y="2826519"/>
            <a:ext cx="2097089" cy="442962"/>
            <a:chOff x="0" y="0"/>
            <a:chExt cx="2513666" cy="5309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13666" cy="530955"/>
            </a:xfrm>
            <a:custGeom>
              <a:avLst/>
              <a:gdLst/>
              <a:ahLst/>
              <a:cxnLst/>
              <a:rect r="r" b="b" t="t" l="l"/>
              <a:pathLst>
                <a:path h="530955" w="2513666">
                  <a:moveTo>
                    <a:pt x="0" y="0"/>
                  </a:moveTo>
                  <a:lnTo>
                    <a:pt x="2513666" y="0"/>
                  </a:lnTo>
                  <a:lnTo>
                    <a:pt x="2513666" y="530955"/>
                  </a:lnTo>
                  <a:lnTo>
                    <a:pt x="0" y="53095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660" r="28761" b="-87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2513666" cy="597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5"/>
                </a:lnSpc>
              </a:pPr>
              <a:r>
                <a:rPr lang="en-US" b="true" sz="2099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Proxmox VE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81349" y="3343275"/>
            <a:ext cx="5900738" cy="295221"/>
            <a:chOff x="0" y="0"/>
            <a:chExt cx="7867650" cy="3936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67650" cy="393628"/>
            </a:xfrm>
            <a:custGeom>
              <a:avLst/>
              <a:gdLst/>
              <a:ahLst/>
              <a:cxnLst/>
              <a:rect r="r" b="b" t="t" l="l"/>
              <a:pathLst>
                <a:path h="393628" w="7867650">
                  <a:moveTo>
                    <a:pt x="0" y="0"/>
                  </a:moveTo>
                  <a:lnTo>
                    <a:pt x="7867650" y="0"/>
                  </a:lnTo>
                  <a:lnTo>
                    <a:pt x="7867650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1061" r="0" b="-33785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867650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Hypervisor tipo 1 gerenciando 5</a:t>
              </a:r>
              <a:r>
                <a:rPr lang="en-US" sz="177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VMs Linux</a:t>
              </a:r>
              <a:r>
                <a:rPr lang="en-US" sz="177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 1 CT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81324" y="4114800"/>
            <a:ext cx="6172200" cy="1028700"/>
            <a:chOff x="0" y="0"/>
            <a:chExt cx="822960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229600">
                  <a:moveTo>
                    <a:pt x="76200" y="0"/>
                  </a:moveTo>
                  <a:lnTo>
                    <a:pt x="8001000" y="0"/>
                  </a:lnTo>
                  <a:cubicBezTo>
                    <a:pt x="8127111" y="0"/>
                    <a:pt x="8229600" y="102489"/>
                    <a:pt x="8229600" y="228600"/>
                  </a:cubicBezTo>
                  <a:lnTo>
                    <a:pt x="8229600" y="1143000"/>
                  </a:lnTo>
                  <a:cubicBezTo>
                    <a:pt x="8229600" y="1269111"/>
                    <a:pt x="8127111" y="1371600"/>
                    <a:pt x="8001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281324" y="4114800"/>
            <a:ext cx="57150" cy="1028700"/>
            <a:chOff x="0" y="0"/>
            <a:chExt cx="7620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1399" y="4186188"/>
            <a:ext cx="5212276" cy="442912"/>
            <a:chOff x="0" y="0"/>
            <a:chExt cx="6949701" cy="5905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49701" cy="590550"/>
            </a:xfrm>
            <a:custGeom>
              <a:avLst/>
              <a:gdLst/>
              <a:ahLst/>
              <a:cxnLst/>
              <a:rect r="r" b="b" t="t" l="l"/>
              <a:pathLst>
                <a:path h="590550" w="6949701">
                  <a:moveTo>
                    <a:pt x="0" y="0"/>
                  </a:moveTo>
                  <a:lnTo>
                    <a:pt x="6949701" y="0"/>
                  </a:lnTo>
                  <a:lnTo>
                    <a:pt x="6949701" y="590550"/>
                  </a:lnTo>
                  <a:lnTo>
                    <a:pt x="0" y="5905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74" r="81908" b="1980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6949701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5"/>
                </a:lnSpc>
              </a:pPr>
              <a:r>
                <a:rPr lang="en-US" sz="2099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Computadores Reutilizados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481349" y="4686300"/>
            <a:ext cx="5900738" cy="285750"/>
            <a:chOff x="0" y="0"/>
            <a:chExt cx="7867650" cy="381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6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7867650">
                  <a:moveTo>
                    <a:pt x="0" y="0"/>
                  </a:moveTo>
                  <a:lnTo>
                    <a:pt x="7867650" y="0"/>
                  </a:lnTo>
                  <a:lnTo>
                    <a:pt x="7867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2366" r="0" b="-3523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78676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1"/>
                </a:lnSpc>
              </a:pPr>
              <a:r>
                <a:rPr lang="en-US" sz="167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Computadores Antigos dados pela escola ou doações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81324" y="5457825"/>
            <a:ext cx="6172200" cy="1028700"/>
            <a:chOff x="0" y="0"/>
            <a:chExt cx="8229600" cy="1371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2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229600">
                  <a:moveTo>
                    <a:pt x="76200" y="0"/>
                  </a:moveTo>
                  <a:lnTo>
                    <a:pt x="8001000" y="0"/>
                  </a:lnTo>
                  <a:cubicBezTo>
                    <a:pt x="8127111" y="0"/>
                    <a:pt x="8229600" y="102489"/>
                    <a:pt x="8229600" y="228600"/>
                  </a:cubicBezTo>
                  <a:lnTo>
                    <a:pt x="8229600" y="1143000"/>
                  </a:lnTo>
                  <a:cubicBezTo>
                    <a:pt x="8229600" y="1269111"/>
                    <a:pt x="8127111" y="1371600"/>
                    <a:pt x="8001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281324" y="5457825"/>
            <a:ext cx="57150" cy="1028700"/>
            <a:chOff x="0" y="0"/>
            <a:chExt cx="76200" cy="1371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1579B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1488493" y="5686425"/>
            <a:ext cx="242888" cy="277586"/>
          </a:xfrm>
          <a:custGeom>
            <a:avLst/>
            <a:gdLst/>
            <a:ahLst/>
            <a:cxnLst/>
            <a:rect r="r" b="b" t="t" l="l"/>
            <a:pathLst>
              <a:path h="277586" w="242888">
                <a:moveTo>
                  <a:pt x="0" y="0"/>
                </a:moveTo>
                <a:lnTo>
                  <a:pt x="242888" y="0"/>
                </a:lnTo>
                <a:lnTo>
                  <a:pt x="242888" y="277586"/>
                </a:lnTo>
                <a:lnTo>
                  <a:pt x="0" y="2775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1881399" y="5586388"/>
            <a:ext cx="5496220" cy="442912"/>
            <a:chOff x="0" y="0"/>
            <a:chExt cx="6778775" cy="5462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78775" cy="546267"/>
            </a:xfrm>
            <a:custGeom>
              <a:avLst/>
              <a:gdLst/>
              <a:ahLst/>
              <a:cxnLst/>
              <a:rect r="r" b="b" t="t" l="l"/>
              <a:pathLst>
                <a:path h="546267" w="6778775">
                  <a:moveTo>
                    <a:pt x="0" y="0"/>
                  </a:moveTo>
                  <a:lnTo>
                    <a:pt x="6778775" y="0"/>
                  </a:lnTo>
                  <a:lnTo>
                    <a:pt x="6778775" y="546267"/>
                  </a:lnTo>
                  <a:lnTo>
                    <a:pt x="0" y="5462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56" r="79485" b="854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6778775" cy="61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5"/>
                </a:lnSpc>
              </a:pPr>
              <a:r>
                <a:rPr lang="en-US" sz="2099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Servidor DHCP Debian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481349" y="6029325"/>
            <a:ext cx="5900738" cy="295221"/>
            <a:chOff x="0" y="0"/>
            <a:chExt cx="7867650" cy="3936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67650" cy="393628"/>
            </a:xfrm>
            <a:custGeom>
              <a:avLst/>
              <a:gdLst/>
              <a:ahLst/>
              <a:cxnLst/>
              <a:rect r="r" b="b" t="t" l="l"/>
              <a:pathLst>
                <a:path h="393628" w="7867650">
                  <a:moveTo>
                    <a:pt x="0" y="0"/>
                  </a:moveTo>
                  <a:lnTo>
                    <a:pt x="7867650" y="0"/>
                  </a:lnTo>
                  <a:lnTo>
                    <a:pt x="7867650" y="393628"/>
                  </a:lnTo>
                  <a:lnTo>
                    <a:pt x="0" y="393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1061" r="0" b="-33785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7867650" cy="441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Servidor responsável pelos IPs em nossa rede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0990812" y="6910388"/>
            <a:ext cx="6724650" cy="1981200"/>
          </a:xfrm>
          <a:custGeom>
            <a:avLst/>
            <a:gdLst/>
            <a:ahLst/>
            <a:cxnLst/>
            <a:rect r="r" b="b" t="t" l="l"/>
            <a:pathLst>
              <a:path h="1981200" w="6724650">
                <a:moveTo>
                  <a:pt x="0" y="0"/>
                </a:moveTo>
                <a:lnTo>
                  <a:pt x="6724650" y="0"/>
                </a:lnTo>
                <a:lnTo>
                  <a:pt x="672465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1288468" y="7243762"/>
            <a:ext cx="257175" cy="257175"/>
            <a:chOff x="0" y="0"/>
            <a:chExt cx="342900" cy="3429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171450" y="342900"/>
                  </a:moveTo>
                  <a:cubicBezTo>
                    <a:pt x="266065" y="342900"/>
                    <a:pt x="342900" y="266065"/>
                    <a:pt x="342900" y="171450"/>
                  </a:cubicBezTo>
                  <a:cubicBezTo>
                    <a:pt x="342900" y="76835"/>
                    <a:pt x="266065" y="0"/>
                    <a:pt x="171450" y="0"/>
                  </a:cubicBezTo>
                  <a:cubicBezTo>
                    <a:pt x="76835" y="0"/>
                    <a:pt x="0" y="76835"/>
                    <a:pt x="0" y="171450"/>
                  </a:cubicBezTo>
                  <a:cubicBezTo>
                    <a:pt x="0" y="266065"/>
                    <a:pt x="76835" y="342900"/>
                    <a:pt x="171450" y="342900"/>
                  </a:cubicBezTo>
                  <a:close/>
                  <a:moveTo>
                    <a:pt x="227965" y="142494"/>
                  </a:moveTo>
                  <a:lnTo>
                    <a:pt x="174371" y="228219"/>
                  </a:lnTo>
                  <a:cubicBezTo>
                    <a:pt x="171577" y="232664"/>
                    <a:pt x="166751" y="235458"/>
                    <a:pt x="161417" y="235839"/>
                  </a:cubicBezTo>
                  <a:cubicBezTo>
                    <a:pt x="156083" y="236220"/>
                    <a:pt x="151003" y="233680"/>
                    <a:pt x="147828" y="229362"/>
                  </a:cubicBezTo>
                  <a:lnTo>
                    <a:pt x="115824" y="186436"/>
                  </a:lnTo>
                  <a:cubicBezTo>
                    <a:pt x="110490" y="179324"/>
                    <a:pt x="111887" y="169291"/>
                    <a:pt x="118999" y="163957"/>
                  </a:cubicBezTo>
                  <a:cubicBezTo>
                    <a:pt x="126111" y="158623"/>
                    <a:pt x="136144" y="160020"/>
                    <a:pt x="141478" y="167132"/>
                  </a:cubicBezTo>
                  <a:lnTo>
                    <a:pt x="159512" y="191262"/>
                  </a:lnTo>
                  <a:lnTo>
                    <a:pt x="200660" y="125476"/>
                  </a:lnTo>
                  <a:cubicBezTo>
                    <a:pt x="205359" y="117983"/>
                    <a:pt x="215265" y="115570"/>
                    <a:pt x="222885" y="120396"/>
                  </a:cubicBezTo>
                  <a:cubicBezTo>
                    <a:pt x="230505" y="125222"/>
                    <a:pt x="232791" y="135001"/>
                    <a:pt x="227965" y="142621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81362" y="7172325"/>
            <a:ext cx="6000750" cy="400050"/>
            <a:chOff x="0" y="0"/>
            <a:chExt cx="800100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01000" cy="533400"/>
            </a:xfrm>
            <a:custGeom>
              <a:avLst/>
              <a:gdLst/>
              <a:ahLst/>
              <a:cxnLst/>
              <a:rect r="r" b="b" t="t" l="l"/>
              <a:pathLst>
                <a:path h="5334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80010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Sistemas Operacionais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1250368" y="7684294"/>
            <a:ext cx="3019425" cy="947738"/>
          </a:xfrm>
          <a:custGeom>
            <a:avLst/>
            <a:gdLst/>
            <a:ahLst/>
            <a:cxnLst/>
            <a:rect r="r" b="b" t="t" l="l"/>
            <a:pathLst>
              <a:path h="947738" w="3019425">
                <a:moveTo>
                  <a:pt x="0" y="0"/>
                </a:moveTo>
                <a:lnTo>
                  <a:pt x="3019425" y="0"/>
                </a:lnTo>
                <a:lnTo>
                  <a:pt x="3019425" y="947737"/>
                </a:lnTo>
                <a:lnTo>
                  <a:pt x="0" y="94773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1331331" y="8215313"/>
            <a:ext cx="2857500" cy="303133"/>
            <a:chOff x="0" y="0"/>
            <a:chExt cx="3810000" cy="40417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10000" cy="404178"/>
            </a:xfrm>
            <a:custGeom>
              <a:avLst/>
              <a:gdLst/>
              <a:ahLst/>
              <a:cxnLst/>
              <a:rect r="r" b="b" t="t" l="l"/>
              <a:pathLst>
                <a:path h="404178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404178"/>
                  </a:lnTo>
                  <a:lnTo>
                    <a:pt x="0" y="4041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543" r="0" b="-13080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3810000" cy="46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1874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Debian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4439157" y="7684294"/>
            <a:ext cx="3019425" cy="947738"/>
          </a:xfrm>
          <a:custGeom>
            <a:avLst/>
            <a:gdLst/>
            <a:ahLst/>
            <a:cxnLst/>
            <a:rect r="r" b="b" t="t" l="l"/>
            <a:pathLst>
              <a:path h="947738" w="3019425">
                <a:moveTo>
                  <a:pt x="0" y="0"/>
                </a:moveTo>
                <a:lnTo>
                  <a:pt x="3019425" y="0"/>
                </a:lnTo>
                <a:lnTo>
                  <a:pt x="3019425" y="947737"/>
                </a:lnTo>
                <a:lnTo>
                  <a:pt x="0" y="94773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4520120" y="8242046"/>
            <a:ext cx="2857500" cy="303133"/>
            <a:chOff x="0" y="0"/>
            <a:chExt cx="3810000" cy="40417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810000" cy="404178"/>
            </a:xfrm>
            <a:custGeom>
              <a:avLst/>
              <a:gdLst/>
              <a:ahLst/>
              <a:cxnLst/>
              <a:rect r="r" b="b" t="t" l="l"/>
              <a:pathLst>
                <a:path h="404178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404178"/>
                  </a:lnTo>
                  <a:lnTo>
                    <a:pt x="0" y="4041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543" r="0" b="-13080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3810000" cy="461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1874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Q4OS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1431343" y="4223025"/>
            <a:ext cx="386130" cy="369237"/>
          </a:xfrm>
          <a:custGeom>
            <a:avLst/>
            <a:gdLst/>
            <a:ahLst/>
            <a:cxnLst/>
            <a:rect r="r" b="b" t="t" l="l"/>
            <a:pathLst>
              <a:path h="369237" w="386130">
                <a:moveTo>
                  <a:pt x="0" y="0"/>
                </a:moveTo>
                <a:lnTo>
                  <a:pt x="386130" y="0"/>
                </a:lnTo>
                <a:lnTo>
                  <a:pt x="386130" y="369237"/>
                </a:lnTo>
                <a:lnTo>
                  <a:pt x="0" y="36923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842962" y="2826519"/>
            <a:ext cx="9604924" cy="6897986"/>
            <a:chOff x="0" y="0"/>
            <a:chExt cx="2529692" cy="181675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29692" cy="1816753"/>
            </a:xfrm>
            <a:custGeom>
              <a:avLst/>
              <a:gdLst/>
              <a:ahLst/>
              <a:cxnLst/>
              <a:rect r="r" b="b" t="t" l="l"/>
              <a:pathLst>
                <a:path h="1816753" w="2529692">
                  <a:moveTo>
                    <a:pt x="41108" y="0"/>
                  </a:moveTo>
                  <a:lnTo>
                    <a:pt x="2488584" y="0"/>
                  </a:lnTo>
                  <a:cubicBezTo>
                    <a:pt x="2511287" y="0"/>
                    <a:pt x="2529692" y="18405"/>
                    <a:pt x="2529692" y="41108"/>
                  </a:cubicBezTo>
                  <a:lnTo>
                    <a:pt x="2529692" y="1775645"/>
                  </a:lnTo>
                  <a:cubicBezTo>
                    <a:pt x="2529692" y="1798349"/>
                    <a:pt x="2511287" y="1816753"/>
                    <a:pt x="2488584" y="1816753"/>
                  </a:cubicBezTo>
                  <a:lnTo>
                    <a:pt x="41108" y="1816753"/>
                  </a:lnTo>
                  <a:cubicBezTo>
                    <a:pt x="18405" y="1816753"/>
                    <a:pt x="0" y="1798349"/>
                    <a:pt x="0" y="1775645"/>
                  </a:cubicBezTo>
                  <a:lnTo>
                    <a:pt x="0" y="41108"/>
                  </a:lnTo>
                  <a:cubicBezTo>
                    <a:pt x="0" y="18405"/>
                    <a:pt x="18405" y="0"/>
                    <a:pt x="411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FFF9">
                    <a:alpha val="100000"/>
                  </a:srgbClr>
                </a:gs>
                <a:gs pos="100000">
                  <a:srgbClr val="EFF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2529692" cy="1873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8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286000" y="2985938"/>
            <a:ext cx="6349018" cy="6467665"/>
            <a:chOff x="0" y="0"/>
            <a:chExt cx="13031046" cy="1327456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031045" cy="13274562"/>
            </a:xfrm>
            <a:custGeom>
              <a:avLst/>
              <a:gdLst/>
              <a:ahLst/>
              <a:cxnLst/>
              <a:rect r="r" b="b" t="t" l="l"/>
              <a:pathLst>
                <a:path h="13274562" w="13031045">
                  <a:moveTo>
                    <a:pt x="0" y="0"/>
                  </a:moveTo>
                  <a:lnTo>
                    <a:pt x="13031045" y="0"/>
                  </a:lnTo>
                  <a:lnTo>
                    <a:pt x="13031045" y="13274562"/>
                  </a:lnTo>
                  <a:lnTo>
                    <a:pt x="0" y="13274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6139" r="0" b="-6139"/>
              </a:stretch>
            </a:blip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5748845" y="7815262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2388533" y="7781925"/>
            <a:ext cx="716992" cy="403308"/>
          </a:xfrm>
          <a:custGeom>
            <a:avLst/>
            <a:gdLst/>
            <a:ahLst/>
            <a:cxnLst/>
            <a:rect r="r" b="b" t="t" l="l"/>
            <a:pathLst>
              <a:path h="403308" w="716992">
                <a:moveTo>
                  <a:pt x="0" y="0"/>
                </a:moveTo>
                <a:lnTo>
                  <a:pt x="716991" y="0"/>
                </a:lnTo>
                <a:lnTo>
                  <a:pt x="716991" y="403308"/>
                </a:lnTo>
                <a:lnTo>
                  <a:pt x="0" y="40330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2D45">
                <a:alpha val="100000"/>
              </a:srgbClr>
            </a:gs>
            <a:gs pos="60000">
              <a:srgbClr val="0A4A6F">
                <a:alpha val="100000"/>
              </a:srgbClr>
            </a:gs>
            <a:gs pos="100000">
              <a:srgbClr val="0D5A8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781" y="2285552"/>
            <a:ext cx="2856938" cy="1428474"/>
            <a:chOff x="0" y="0"/>
            <a:chExt cx="3809251" cy="1904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56" cy="1904628"/>
            </a:xfrm>
            <a:custGeom>
              <a:avLst/>
              <a:gdLst/>
              <a:ahLst/>
              <a:cxnLst/>
              <a:rect r="r" b="b" t="t" l="l"/>
              <a:pathLst>
                <a:path h="190462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09251" cy="1914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258"/>
                </a:lnSpc>
              </a:pPr>
              <a:r>
                <a:rPr lang="en-US" sz="8548" b="true">
                  <a:solidFill>
                    <a:srgbClr val="00A8E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781" y="3856873"/>
            <a:ext cx="1428474" cy="57140"/>
            <a:chOff x="0" y="0"/>
            <a:chExt cx="1904632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19" cy="76200"/>
            </a:xfrm>
            <a:custGeom>
              <a:avLst/>
              <a:gdLst/>
              <a:ahLst/>
              <a:cxnLst/>
              <a:rect r="r" b="b" t="t" l="l"/>
              <a:pathLst>
                <a:path h="76200" w="1904619">
                  <a:moveTo>
                    <a:pt x="0" y="0"/>
                  </a:moveTo>
                  <a:lnTo>
                    <a:pt x="1904619" y="0"/>
                  </a:lnTo>
                  <a:lnTo>
                    <a:pt x="190461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781" y="4142565"/>
            <a:ext cx="7142359" cy="857079"/>
            <a:chOff x="0" y="0"/>
            <a:chExt cx="9523146" cy="11427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3140" cy="1142777"/>
            </a:xfrm>
            <a:custGeom>
              <a:avLst/>
              <a:gdLst/>
              <a:ahLst/>
              <a:cxnLst/>
              <a:rect r="r" b="b" t="t" l="l"/>
              <a:pathLst>
                <a:path h="1142777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9523146" cy="1276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6"/>
                </a:lnSpc>
              </a:pPr>
              <a:r>
                <a:rPr lang="en-US" sz="49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Tecnologias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2781" y="5080568"/>
            <a:ext cx="7142359" cy="127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Virtualizacao, Containers, Servidores e Protocolos - A base tecnica do projeto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13530" y="0"/>
            <a:ext cx="7570899" cy="10284990"/>
            <a:chOff x="0" y="0"/>
            <a:chExt cx="10094532" cy="13713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4468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10094468">
                  <a:moveTo>
                    <a:pt x="0" y="0"/>
                  </a:moveTo>
                  <a:lnTo>
                    <a:pt x="10094468" y="0"/>
                  </a:lnTo>
                  <a:lnTo>
                    <a:pt x="10094468" y="13713333"/>
                  </a:lnTo>
                  <a:lnTo>
                    <a:pt x="0" y="13713333"/>
                  </a:lnTo>
                  <a:close/>
                </a:path>
              </a:pathLst>
            </a:custGeom>
            <a:gradFill rotWithShape="true">
              <a:gsLst>
                <a:gs pos="0">
                  <a:srgbClr val="0A4A6F">
                    <a:alpha val="100000"/>
                  </a:srgbClr>
                </a:gs>
                <a:gs pos="100000">
                  <a:srgbClr val="072D45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63333" y="2135562"/>
            <a:ext cx="2871226" cy="2871226"/>
            <a:chOff x="0" y="0"/>
            <a:chExt cx="3828301" cy="3828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28288" cy="3828288"/>
            </a:xfrm>
            <a:custGeom>
              <a:avLst/>
              <a:gdLst/>
              <a:ahLst/>
              <a:cxnLst/>
              <a:rect r="r" b="b" t="t" l="l"/>
              <a:pathLst>
                <a:path h="3828288" w="3828288">
                  <a:moveTo>
                    <a:pt x="0" y="1914144"/>
                  </a:moveTo>
                  <a:cubicBezTo>
                    <a:pt x="0" y="856996"/>
                    <a:pt x="856996" y="0"/>
                    <a:pt x="1914144" y="0"/>
                  </a:cubicBezTo>
                  <a:cubicBezTo>
                    <a:pt x="2971292" y="0"/>
                    <a:pt x="3828288" y="856996"/>
                    <a:pt x="3828288" y="1914144"/>
                  </a:cubicBezTo>
                  <a:cubicBezTo>
                    <a:pt x="3828288" y="2971292"/>
                    <a:pt x="2971292" y="3828288"/>
                    <a:pt x="1914144" y="3828288"/>
                  </a:cubicBezTo>
                  <a:cubicBezTo>
                    <a:pt x="856996" y="3828288"/>
                    <a:pt x="0" y="2971292"/>
                    <a:pt x="0" y="1914144"/>
                  </a:cubicBezTo>
                  <a:close/>
                </a:path>
              </a:pathLst>
            </a:custGeom>
            <a:solidFill>
              <a:srgbClr val="00A8E8">
                <a:alpha val="392"/>
              </a:srgbClr>
            </a:solid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991807" y="4992510"/>
            <a:ext cx="2156993" cy="2156993"/>
            <a:chOff x="0" y="0"/>
            <a:chExt cx="2875991" cy="2875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6042" cy="2876042"/>
            </a:xfrm>
            <a:custGeom>
              <a:avLst/>
              <a:gdLst/>
              <a:ahLst/>
              <a:cxnLst/>
              <a:rect r="r" b="b" t="t" l="l"/>
              <a:pathLst>
                <a:path h="2876042" w="2876042">
                  <a:moveTo>
                    <a:pt x="0" y="1438021"/>
                  </a:moveTo>
                  <a:cubicBezTo>
                    <a:pt x="0" y="643763"/>
                    <a:pt x="643763" y="0"/>
                    <a:pt x="1438021" y="0"/>
                  </a:cubicBezTo>
                  <a:cubicBezTo>
                    <a:pt x="2232279" y="0"/>
                    <a:pt x="2876042" y="643763"/>
                    <a:pt x="2876042" y="1438021"/>
                  </a:cubicBezTo>
                  <a:cubicBezTo>
                    <a:pt x="2876042" y="2232279"/>
                    <a:pt x="2232152" y="2876042"/>
                    <a:pt x="1438021" y="2876042"/>
                  </a:cubicBezTo>
                  <a:cubicBezTo>
                    <a:pt x="643890" y="2876042"/>
                    <a:pt x="0" y="2232152"/>
                    <a:pt x="0" y="1438021"/>
                  </a:cubicBezTo>
                  <a:close/>
                </a:path>
              </a:pathLst>
            </a:custGeom>
            <a:solidFill>
              <a:srgbClr val="7CB342">
                <a:alpha val="392"/>
              </a:srgbClr>
            </a:soli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856235" y="3571180"/>
            <a:ext cx="171412" cy="171412"/>
            <a:chOff x="0" y="0"/>
            <a:chExt cx="228549" cy="228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00A8E8">
                <a:alpha val="6275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13183" y="2856938"/>
            <a:ext cx="142846" cy="142846"/>
            <a:chOff x="0" y="0"/>
            <a:chExt cx="190462" cy="1904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7CB342">
                <a:alpha val="6275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20513" y="3649742"/>
            <a:ext cx="2699814" cy="14288"/>
            <a:chOff x="0" y="0"/>
            <a:chExt cx="3599752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9688" cy="19050"/>
            </a:xfrm>
            <a:custGeom>
              <a:avLst/>
              <a:gdLst/>
              <a:ahLst/>
              <a:cxnLst/>
              <a:rect r="r" b="b" t="t" l="l"/>
              <a:pathLst>
                <a:path h="19050" w="3599688">
                  <a:moveTo>
                    <a:pt x="0" y="0"/>
                  </a:moveTo>
                  <a:lnTo>
                    <a:pt x="3599688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631957" r="-1" b="-3631957"/>
              </a:stretch>
            </a:blip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</p:spTree>
  </p:cSld>
  <p:clrMapOvr>
    <a:masterClrMapping/>
  </p:clrMapOvr>
  <p:transition spd="med">
    <p:cover dir="r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093" y="-91557"/>
            <a:ext cx="18754038" cy="10492857"/>
            <a:chOff x="0" y="0"/>
            <a:chExt cx="24514809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51480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514809">
                  <a:moveTo>
                    <a:pt x="0" y="0"/>
                  </a:moveTo>
                  <a:lnTo>
                    <a:pt x="24514809" y="0"/>
                  </a:lnTo>
                  <a:lnTo>
                    <a:pt x="2451480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04" r="0" b="-90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310" y="594389"/>
            <a:ext cx="697640" cy="697640"/>
            <a:chOff x="0" y="0"/>
            <a:chExt cx="930186" cy="9301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0275" cy="930275"/>
            </a:xfrm>
            <a:custGeom>
              <a:avLst/>
              <a:gdLst/>
              <a:ahLst/>
              <a:cxnLst/>
              <a:rect r="r" b="b" t="t" l="l"/>
              <a:pathLst>
                <a:path h="930275" w="930275">
                  <a:moveTo>
                    <a:pt x="199390" y="0"/>
                  </a:moveTo>
                  <a:lnTo>
                    <a:pt x="730885" y="0"/>
                  </a:lnTo>
                  <a:cubicBezTo>
                    <a:pt x="840994" y="0"/>
                    <a:pt x="930275" y="89281"/>
                    <a:pt x="930275" y="199390"/>
                  </a:cubicBezTo>
                  <a:lnTo>
                    <a:pt x="930275" y="730885"/>
                  </a:lnTo>
                  <a:cubicBezTo>
                    <a:pt x="930275" y="840994"/>
                    <a:pt x="840994" y="930275"/>
                    <a:pt x="730885" y="930275"/>
                  </a:cubicBezTo>
                  <a:lnTo>
                    <a:pt x="199390" y="930275"/>
                  </a:lnTo>
                  <a:cubicBezTo>
                    <a:pt x="89281" y="930148"/>
                    <a:pt x="0" y="840994"/>
                    <a:pt x="0" y="730885"/>
                  </a:cubicBezTo>
                  <a:lnTo>
                    <a:pt x="0" y="199390"/>
                  </a:lnTo>
                  <a:cubicBezTo>
                    <a:pt x="0" y="89281"/>
                    <a:pt x="89281" y="0"/>
                    <a:pt x="1993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78952" y="793709"/>
            <a:ext cx="336356" cy="298990"/>
          </a:xfrm>
          <a:custGeom>
            <a:avLst/>
            <a:gdLst/>
            <a:ahLst/>
            <a:cxnLst/>
            <a:rect r="r" b="b" t="t" l="l"/>
            <a:pathLst>
              <a:path h="298990" w="336356">
                <a:moveTo>
                  <a:pt x="0" y="0"/>
                </a:moveTo>
                <a:lnTo>
                  <a:pt x="336356" y="0"/>
                </a:lnTo>
                <a:lnTo>
                  <a:pt x="336356" y="298989"/>
                </a:lnTo>
                <a:lnTo>
                  <a:pt x="0" y="298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95270" y="423473"/>
            <a:ext cx="5780109" cy="747554"/>
            <a:chOff x="0" y="0"/>
            <a:chExt cx="7059397" cy="9130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59400" cy="913008"/>
            </a:xfrm>
            <a:custGeom>
              <a:avLst/>
              <a:gdLst/>
              <a:ahLst/>
              <a:cxnLst/>
              <a:rect r="r" b="b" t="t" l="l"/>
              <a:pathLst>
                <a:path h="913008" w="7059400">
                  <a:moveTo>
                    <a:pt x="0" y="0"/>
                  </a:moveTo>
                  <a:lnTo>
                    <a:pt x="7059400" y="0"/>
                  </a:lnTo>
                  <a:lnTo>
                    <a:pt x="7059400" y="913008"/>
                  </a:lnTo>
                  <a:lnTo>
                    <a:pt x="0" y="9130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272" r="0" b="-8704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7059397" cy="884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13"/>
                </a:lnSpc>
              </a:pPr>
              <a:r>
                <a:rPr lang="en-US" b="true" sz="3531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Tecnologias Usadas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5270" y="1058189"/>
            <a:ext cx="5194887" cy="348815"/>
            <a:chOff x="0" y="0"/>
            <a:chExt cx="6926516" cy="4650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26518" cy="465090"/>
            </a:xfrm>
            <a:custGeom>
              <a:avLst/>
              <a:gdLst/>
              <a:ahLst/>
              <a:cxnLst/>
              <a:rect r="r" b="b" t="t" l="l"/>
              <a:pathLst>
                <a:path h="465090" w="6926518">
                  <a:moveTo>
                    <a:pt x="0" y="0"/>
                  </a:moveTo>
                  <a:lnTo>
                    <a:pt x="6926518" y="0"/>
                  </a:lnTo>
                  <a:lnTo>
                    <a:pt x="6926518" y="465090"/>
                  </a:lnTo>
                  <a:lnTo>
                    <a:pt x="0" y="4650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0188" r="0" b="-2401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926516" cy="522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5"/>
                </a:lnSpc>
              </a:pPr>
              <a:r>
                <a:rPr lang="en-US" sz="1962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Ferramentas Utilizadas no Projeto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95270" y="1445104"/>
            <a:ext cx="1195949" cy="49835"/>
            <a:chOff x="0" y="0"/>
            <a:chExt cx="1594599" cy="664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94612" cy="66548"/>
            </a:xfrm>
            <a:custGeom>
              <a:avLst/>
              <a:gdLst/>
              <a:ahLst/>
              <a:cxnLst/>
              <a:rect r="r" b="b" t="t" l="l"/>
              <a:pathLst>
                <a:path h="66548" w="1594612">
                  <a:moveTo>
                    <a:pt x="33274" y="0"/>
                  </a:moveTo>
                  <a:lnTo>
                    <a:pt x="1561338" y="0"/>
                  </a:lnTo>
                  <a:cubicBezTo>
                    <a:pt x="1579626" y="0"/>
                    <a:pt x="1594612" y="14859"/>
                    <a:pt x="1594612" y="33274"/>
                  </a:cubicBezTo>
                  <a:cubicBezTo>
                    <a:pt x="1594612" y="51689"/>
                    <a:pt x="1579753" y="66548"/>
                    <a:pt x="1561338" y="66548"/>
                  </a:cubicBezTo>
                  <a:lnTo>
                    <a:pt x="33274" y="66548"/>
                  </a:lnTo>
                  <a:cubicBezTo>
                    <a:pt x="14859" y="66421"/>
                    <a:pt x="0" y="51562"/>
                    <a:pt x="0" y="33274"/>
                  </a:cubicBezTo>
                  <a:cubicBezTo>
                    <a:pt x="0" y="14986"/>
                    <a:pt x="14859" y="0"/>
                    <a:pt x="33274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91719" y="1787328"/>
            <a:ext cx="8559213" cy="4946456"/>
          </a:xfrm>
          <a:custGeom>
            <a:avLst/>
            <a:gdLst/>
            <a:ahLst/>
            <a:cxnLst/>
            <a:rect r="r" b="b" t="t" l="l"/>
            <a:pathLst>
              <a:path h="4946456" w="8559213">
                <a:moveTo>
                  <a:pt x="0" y="0"/>
                </a:moveTo>
                <a:lnTo>
                  <a:pt x="8559212" y="0"/>
                </a:lnTo>
                <a:lnTo>
                  <a:pt x="8559212" y="4946456"/>
                </a:lnTo>
                <a:lnTo>
                  <a:pt x="0" y="4946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72382" y="2067992"/>
            <a:ext cx="797300" cy="797300"/>
            <a:chOff x="0" y="0"/>
            <a:chExt cx="1063066" cy="10630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3117" cy="1063117"/>
            </a:xfrm>
            <a:custGeom>
              <a:avLst/>
              <a:gdLst/>
              <a:ahLst/>
              <a:cxnLst/>
              <a:rect r="r" b="b" t="t" l="l"/>
              <a:pathLst>
                <a:path h="1063117" w="1063117">
                  <a:moveTo>
                    <a:pt x="265811" y="0"/>
                  </a:moveTo>
                  <a:lnTo>
                    <a:pt x="797306" y="0"/>
                  </a:lnTo>
                  <a:cubicBezTo>
                    <a:pt x="943991" y="0"/>
                    <a:pt x="1063117" y="119126"/>
                    <a:pt x="1063117" y="265811"/>
                  </a:cubicBezTo>
                  <a:lnTo>
                    <a:pt x="1063117" y="797306"/>
                  </a:lnTo>
                  <a:cubicBezTo>
                    <a:pt x="1063117" y="943991"/>
                    <a:pt x="943991" y="1063117"/>
                    <a:pt x="797306" y="1063117"/>
                  </a:cubicBezTo>
                  <a:lnTo>
                    <a:pt x="265811" y="1063117"/>
                  </a:lnTo>
                  <a:cubicBezTo>
                    <a:pt x="119126" y="1063117"/>
                    <a:pt x="0" y="943991"/>
                    <a:pt x="0" y="797306"/>
                  </a:cubicBezTo>
                  <a:lnTo>
                    <a:pt x="0" y="265811"/>
                  </a:lnTo>
                  <a:cubicBezTo>
                    <a:pt x="0" y="119126"/>
                    <a:pt x="119126" y="0"/>
                    <a:pt x="265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10631" y="2279771"/>
            <a:ext cx="327012" cy="373732"/>
          </a:xfrm>
          <a:custGeom>
            <a:avLst/>
            <a:gdLst/>
            <a:ahLst/>
            <a:cxnLst/>
            <a:rect r="r" b="b" t="t" l="l"/>
            <a:pathLst>
              <a:path h="373732" w="327012">
                <a:moveTo>
                  <a:pt x="0" y="0"/>
                </a:moveTo>
                <a:lnTo>
                  <a:pt x="327012" y="0"/>
                </a:lnTo>
                <a:lnTo>
                  <a:pt x="327012" y="373732"/>
                </a:lnTo>
                <a:lnTo>
                  <a:pt x="0" y="3737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69002" y="2117817"/>
            <a:ext cx="1856203" cy="398650"/>
            <a:chOff x="0" y="0"/>
            <a:chExt cx="2474938" cy="5315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4942" cy="531532"/>
            </a:xfrm>
            <a:custGeom>
              <a:avLst/>
              <a:gdLst/>
              <a:ahLst/>
              <a:cxnLst/>
              <a:rect r="r" b="b" t="t" l="l"/>
              <a:pathLst>
                <a:path h="531532" w="2474942">
                  <a:moveTo>
                    <a:pt x="0" y="0"/>
                  </a:moveTo>
                  <a:lnTo>
                    <a:pt x="2474942" y="0"/>
                  </a:lnTo>
                  <a:lnTo>
                    <a:pt x="2474942" y="531532"/>
                  </a:lnTo>
                  <a:lnTo>
                    <a:pt x="0" y="5315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726" r="0" b="-4072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474938" cy="560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6"/>
                </a:lnSpc>
              </a:pPr>
              <a:r>
                <a:rPr lang="en-US" b="true" sz="2353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Proxmox VE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69002" y="2592446"/>
            <a:ext cx="3002323" cy="319207"/>
            <a:chOff x="0" y="0"/>
            <a:chExt cx="3806219" cy="4046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06216" cy="404672"/>
            </a:xfrm>
            <a:custGeom>
              <a:avLst/>
              <a:gdLst/>
              <a:ahLst/>
              <a:cxnLst/>
              <a:rect r="r" b="b" t="t" l="l"/>
              <a:pathLst>
                <a:path h="404672" w="3806216">
                  <a:moveTo>
                    <a:pt x="0" y="0"/>
                  </a:moveTo>
                  <a:lnTo>
                    <a:pt x="3806216" y="0"/>
                  </a:lnTo>
                  <a:lnTo>
                    <a:pt x="3806216" y="404672"/>
                  </a:lnTo>
                  <a:lnTo>
                    <a:pt x="0" y="4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13" r="36721" b="-652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3806219" cy="480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sz="19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Virtual Environment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69087" y="3061316"/>
            <a:ext cx="8004477" cy="1376944"/>
          </a:xfrm>
          <a:custGeom>
            <a:avLst/>
            <a:gdLst/>
            <a:ahLst/>
            <a:cxnLst/>
            <a:rect r="r" b="b" t="t" l="l"/>
            <a:pathLst>
              <a:path h="1376944" w="8004477">
                <a:moveTo>
                  <a:pt x="0" y="0"/>
                </a:moveTo>
                <a:lnTo>
                  <a:pt x="8004476" y="0"/>
                </a:lnTo>
                <a:lnTo>
                  <a:pt x="8004476" y="1376943"/>
                </a:lnTo>
                <a:lnTo>
                  <a:pt x="0" y="13769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6785" y="3276390"/>
            <a:ext cx="224238" cy="199320"/>
          </a:xfrm>
          <a:custGeom>
            <a:avLst/>
            <a:gdLst/>
            <a:ahLst/>
            <a:cxnLst/>
            <a:rect r="r" b="b" t="t" l="l"/>
            <a:pathLst>
              <a:path h="199320" w="224238">
                <a:moveTo>
                  <a:pt x="0" y="0"/>
                </a:moveTo>
                <a:lnTo>
                  <a:pt x="224238" y="0"/>
                </a:lnTo>
                <a:lnTo>
                  <a:pt x="224238" y="199321"/>
                </a:lnTo>
                <a:lnTo>
                  <a:pt x="0" y="1993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95949" y="3169936"/>
            <a:ext cx="7524493" cy="412230"/>
            <a:chOff x="0" y="0"/>
            <a:chExt cx="10032657" cy="549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32654" cy="549633"/>
            </a:xfrm>
            <a:custGeom>
              <a:avLst/>
              <a:gdLst/>
              <a:ahLst/>
              <a:cxnLst/>
              <a:rect r="r" b="b" t="t" l="l"/>
              <a:pathLst>
                <a:path h="549633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33"/>
                  </a:lnTo>
                  <a:lnTo>
                    <a:pt x="0" y="549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9402" r="0" b="-2919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032657" cy="606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b="true" sz="19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 que é?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4336" y="3625215"/>
            <a:ext cx="7773648" cy="694027"/>
            <a:chOff x="0" y="0"/>
            <a:chExt cx="10364864" cy="9253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64862" cy="925368"/>
            </a:xfrm>
            <a:custGeom>
              <a:avLst/>
              <a:gdLst/>
              <a:ahLst/>
              <a:cxnLst/>
              <a:rect r="r" b="b" t="t" l="l"/>
              <a:pathLst>
                <a:path h="925368" w="10364862">
                  <a:moveTo>
                    <a:pt x="0" y="0"/>
                  </a:moveTo>
                  <a:lnTo>
                    <a:pt x="10364862" y="0"/>
                  </a:lnTo>
                  <a:lnTo>
                    <a:pt x="10364862" y="925368"/>
                  </a:lnTo>
                  <a:lnTo>
                    <a:pt x="0" y="9253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578" r="0" b="-16491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0364864" cy="1030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Plataforma de virtualização open source baseada em </a:t>
              </a:r>
              <a:r>
                <a:rPr lang="en-US" b="true" sz="1868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Debian Linux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que utiliza </a:t>
              </a:r>
              <a:r>
                <a:rPr lang="en-US" b="true" sz="1868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KVM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(Kernel-based Virtual Machine) como hypervisor tipo 1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769087" y="4581163"/>
            <a:ext cx="8004477" cy="1875253"/>
          </a:xfrm>
          <a:custGeom>
            <a:avLst/>
            <a:gdLst/>
            <a:ahLst/>
            <a:cxnLst/>
            <a:rect r="r" b="b" t="t" l="l"/>
            <a:pathLst>
              <a:path h="1875253" w="8004477">
                <a:moveTo>
                  <a:pt x="0" y="0"/>
                </a:moveTo>
                <a:lnTo>
                  <a:pt x="8004476" y="0"/>
                </a:lnTo>
                <a:lnTo>
                  <a:pt x="8004476" y="1875253"/>
                </a:lnTo>
                <a:lnTo>
                  <a:pt x="0" y="1875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34336" y="4796238"/>
            <a:ext cx="249155" cy="199320"/>
          </a:xfrm>
          <a:custGeom>
            <a:avLst/>
            <a:gdLst/>
            <a:ahLst/>
            <a:cxnLst/>
            <a:rect r="r" b="b" t="t" l="l"/>
            <a:pathLst>
              <a:path h="199320" w="249155">
                <a:moveTo>
                  <a:pt x="0" y="0"/>
                </a:moveTo>
                <a:lnTo>
                  <a:pt x="249155" y="0"/>
                </a:lnTo>
                <a:lnTo>
                  <a:pt x="249155" y="199320"/>
                </a:lnTo>
                <a:lnTo>
                  <a:pt x="0" y="199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214999" y="4746412"/>
            <a:ext cx="7524493" cy="412230"/>
            <a:chOff x="0" y="0"/>
            <a:chExt cx="10032657" cy="549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32654" cy="549633"/>
            </a:xfrm>
            <a:custGeom>
              <a:avLst/>
              <a:gdLst/>
              <a:ahLst/>
              <a:cxnLst/>
              <a:rect r="r" b="b" t="t" l="l"/>
              <a:pathLst>
                <a:path h="549633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33"/>
                  </a:lnTo>
                  <a:lnTo>
                    <a:pt x="0" y="549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9402" r="0" b="-2919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032657" cy="606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b="true" sz="19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Funcionalidades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0150" y="5194887"/>
            <a:ext cx="152610" cy="174412"/>
            <a:chOff x="0" y="0"/>
            <a:chExt cx="203479" cy="2325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5474" y="5154872"/>
            <a:ext cx="5048548" cy="303177"/>
            <a:chOff x="0" y="0"/>
            <a:chExt cx="6424895" cy="3858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24891" cy="385832"/>
            </a:xfrm>
            <a:custGeom>
              <a:avLst/>
              <a:gdLst/>
              <a:ahLst/>
              <a:cxnLst/>
              <a:rect r="r" b="b" t="t" l="l"/>
              <a:pathLst>
                <a:path h="385832" w="6424891">
                  <a:moveTo>
                    <a:pt x="0" y="0"/>
                  </a:moveTo>
                  <a:lnTo>
                    <a:pt x="6424891" y="0"/>
                  </a:lnTo>
                  <a:lnTo>
                    <a:pt x="6424891" y="385832"/>
                  </a:lnTo>
                  <a:lnTo>
                    <a:pt x="0" y="385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0921" r="30972" b="-1670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424895" cy="442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Gerenciamento via interface web completa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0150" y="5493877"/>
            <a:ext cx="152610" cy="174412"/>
            <a:chOff x="0" y="0"/>
            <a:chExt cx="203479" cy="2325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5474" y="5439020"/>
            <a:ext cx="5923374" cy="303149"/>
            <a:chOff x="0" y="0"/>
            <a:chExt cx="7691570" cy="39364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91574" cy="393644"/>
            </a:xfrm>
            <a:custGeom>
              <a:avLst/>
              <a:gdLst/>
              <a:ahLst/>
              <a:cxnLst/>
              <a:rect r="r" b="b" t="t" l="l"/>
              <a:pathLst>
                <a:path h="393644" w="7691574">
                  <a:moveTo>
                    <a:pt x="0" y="0"/>
                  </a:moveTo>
                  <a:lnTo>
                    <a:pt x="7691574" y="0"/>
                  </a:lnTo>
                  <a:lnTo>
                    <a:pt x="7691574" y="393644"/>
                  </a:lnTo>
                  <a:lnTo>
                    <a:pt x="0" y="3936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6929" r="34565" b="-1913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7691570" cy="45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Suporte a VMs e Containers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70150" y="5783332"/>
            <a:ext cx="152610" cy="174412"/>
            <a:chOff x="0" y="0"/>
            <a:chExt cx="203479" cy="2325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05474" y="5751722"/>
            <a:ext cx="4196029" cy="303177"/>
            <a:chOff x="0" y="0"/>
            <a:chExt cx="5342040" cy="3859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42043" cy="385982"/>
            </a:xfrm>
            <a:custGeom>
              <a:avLst/>
              <a:gdLst/>
              <a:ahLst/>
              <a:cxnLst/>
              <a:rect r="r" b="b" t="t" l="l"/>
              <a:pathLst>
                <a:path h="385982" w="5342043">
                  <a:moveTo>
                    <a:pt x="0" y="0"/>
                  </a:moveTo>
                  <a:lnTo>
                    <a:pt x="5342043" y="0"/>
                  </a:lnTo>
                  <a:lnTo>
                    <a:pt x="5342043" y="385982"/>
                  </a:lnTo>
                  <a:lnTo>
                    <a:pt x="0" y="3859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3117" r="30972" b="-1291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5342040" cy="443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Alta disponibilidade e live migration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0150" y="6091847"/>
            <a:ext cx="152610" cy="174412"/>
            <a:chOff x="0" y="0"/>
            <a:chExt cx="203479" cy="2325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14999" y="6054899"/>
            <a:ext cx="3306936" cy="303177"/>
            <a:chOff x="0" y="0"/>
            <a:chExt cx="4211074" cy="3860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11071" cy="386069"/>
            </a:xfrm>
            <a:custGeom>
              <a:avLst/>
              <a:gdLst/>
              <a:ahLst/>
              <a:cxnLst/>
              <a:rect r="r" b="b" t="t" l="l"/>
              <a:pathLst>
                <a:path h="386069" w="4211071">
                  <a:moveTo>
                    <a:pt x="0" y="0"/>
                  </a:moveTo>
                  <a:lnTo>
                    <a:pt x="4211071" y="0"/>
                  </a:lnTo>
                  <a:lnTo>
                    <a:pt x="4211071" y="386069"/>
                  </a:lnTo>
                  <a:lnTo>
                    <a:pt x="0" y="3860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683" r="30972" b="-8973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4211074" cy="44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Backup e restore integrados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9239793" y="1787328"/>
            <a:ext cx="8559213" cy="4946456"/>
          </a:xfrm>
          <a:custGeom>
            <a:avLst/>
            <a:gdLst/>
            <a:ahLst/>
            <a:cxnLst/>
            <a:rect r="r" b="b" t="t" l="l"/>
            <a:pathLst>
              <a:path h="4946456" w="8559213">
                <a:moveTo>
                  <a:pt x="0" y="0"/>
                </a:moveTo>
                <a:lnTo>
                  <a:pt x="8559213" y="0"/>
                </a:lnTo>
                <a:lnTo>
                  <a:pt x="8559213" y="4946456"/>
                </a:lnTo>
                <a:lnTo>
                  <a:pt x="0" y="49464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9520457" y="2067992"/>
            <a:ext cx="797300" cy="797300"/>
            <a:chOff x="0" y="0"/>
            <a:chExt cx="1063066" cy="106306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3117" cy="1063117"/>
            </a:xfrm>
            <a:custGeom>
              <a:avLst/>
              <a:gdLst/>
              <a:ahLst/>
              <a:cxnLst/>
              <a:rect r="r" b="b" t="t" l="l"/>
              <a:pathLst>
                <a:path h="1063117" w="1063117">
                  <a:moveTo>
                    <a:pt x="265811" y="0"/>
                  </a:moveTo>
                  <a:lnTo>
                    <a:pt x="797306" y="0"/>
                  </a:lnTo>
                  <a:cubicBezTo>
                    <a:pt x="943991" y="0"/>
                    <a:pt x="1063117" y="119126"/>
                    <a:pt x="1063117" y="265811"/>
                  </a:cubicBezTo>
                  <a:lnTo>
                    <a:pt x="1063117" y="797306"/>
                  </a:lnTo>
                  <a:cubicBezTo>
                    <a:pt x="1063117" y="943991"/>
                    <a:pt x="943991" y="1063117"/>
                    <a:pt x="797306" y="1063117"/>
                  </a:cubicBezTo>
                  <a:lnTo>
                    <a:pt x="265811" y="1063117"/>
                  </a:lnTo>
                  <a:cubicBezTo>
                    <a:pt x="119126" y="1063117"/>
                    <a:pt x="0" y="943991"/>
                    <a:pt x="0" y="797306"/>
                  </a:cubicBezTo>
                  <a:lnTo>
                    <a:pt x="0" y="265811"/>
                  </a:lnTo>
                  <a:cubicBezTo>
                    <a:pt x="0" y="119126"/>
                    <a:pt x="119126" y="0"/>
                    <a:pt x="265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B342">
                    <a:alpha val="100000"/>
                  </a:srgbClr>
                </a:gs>
                <a:gs pos="100000">
                  <a:srgbClr val="558B2F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1" id="61"/>
          <p:cNvSpPr/>
          <p:nvPr/>
        </p:nvSpPr>
        <p:spPr>
          <a:xfrm flipH="false" flipV="false" rot="0">
            <a:off x="9735350" y="2279771"/>
            <a:ext cx="373732" cy="373732"/>
          </a:xfrm>
          <a:custGeom>
            <a:avLst/>
            <a:gdLst/>
            <a:ahLst/>
            <a:cxnLst/>
            <a:rect r="r" b="b" t="t" l="l"/>
            <a:pathLst>
              <a:path h="373732" w="373732">
                <a:moveTo>
                  <a:pt x="0" y="0"/>
                </a:moveTo>
                <a:lnTo>
                  <a:pt x="373733" y="0"/>
                </a:lnTo>
                <a:lnTo>
                  <a:pt x="373733" y="373732"/>
                </a:lnTo>
                <a:lnTo>
                  <a:pt x="0" y="37373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500399" y="2094969"/>
            <a:ext cx="4137800" cy="499621"/>
            <a:chOff x="0" y="0"/>
            <a:chExt cx="5517067" cy="66616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517069" cy="666161"/>
            </a:xfrm>
            <a:custGeom>
              <a:avLst/>
              <a:gdLst/>
              <a:ahLst/>
              <a:cxnLst/>
              <a:rect r="r" b="b" t="t" l="l"/>
              <a:pathLst>
                <a:path h="666161" w="5517069">
                  <a:moveTo>
                    <a:pt x="0" y="0"/>
                  </a:moveTo>
                  <a:lnTo>
                    <a:pt x="5517069" y="0"/>
                  </a:lnTo>
                  <a:lnTo>
                    <a:pt x="5517069" y="666161"/>
                  </a:lnTo>
                  <a:lnTo>
                    <a:pt x="0" y="6661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50" r="60559" b="-354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5517067" cy="694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6"/>
                </a:lnSpc>
              </a:pPr>
              <a:r>
                <a:rPr lang="en-US" sz="2353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Servidor Debian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517076" y="2600405"/>
            <a:ext cx="2782710" cy="303322"/>
            <a:chOff x="0" y="0"/>
            <a:chExt cx="3710280" cy="4044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710286" cy="404424"/>
            </a:xfrm>
            <a:custGeom>
              <a:avLst/>
              <a:gdLst/>
              <a:ahLst/>
              <a:cxnLst/>
              <a:rect r="r" b="b" t="t" l="l"/>
              <a:pathLst>
                <a:path h="404424" w="3710286">
                  <a:moveTo>
                    <a:pt x="0" y="0"/>
                  </a:moveTo>
                  <a:lnTo>
                    <a:pt x="3710286" y="0"/>
                  </a:lnTo>
                  <a:lnTo>
                    <a:pt x="3710286" y="404424"/>
                  </a:lnTo>
                  <a:lnTo>
                    <a:pt x="0" y="4044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349" r="43144" b="-5092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3710280" cy="49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DHCP, TFTP e NFS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9517161" y="3061316"/>
            <a:ext cx="8004477" cy="1376944"/>
          </a:xfrm>
          <a:custGeom>
            <a:avLst/>
            <a:gdLst/>
            <a:ahLst/>
            <a:cxnLst/>
            <a:rect r="r" b="b" t="t" l="l"/>
            <a:pathLst>
              <a:path h="1376944" w="8004477">
                <a:moveTo>
                  <a:pt x="0" y="0"/>
                </a:moveTo>
                <a:lnTo>
                  <a:pt x="8004477" y="0"/>
                </a:lnTo>
                <a:lnTo>
                  <a:pt x="8004477" y="1376943"/>
                </a:lnTo>
                <a:lnTo>
                  <a:pt x="0" y="137694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9694869" y="3276390"/>
            <a:ext cx="224238" cy="199320"/>
          </a:xfrm>
          <a:custGeom>
            <a:avLst/>
            <a:gdLst/>
            <a:ahLst/>
            <a:cxnLst/>
            <a:rect r="r" b="b" t="t" l="l"/>
            <a:pathLst>
              <a:path h="199320" w="224238">
                <a:moveTo>
                  <a:pt x="0" y="0"/>
                </a:moveTo>
                <a:lnTo>
                  <a:pt x="224237" y="0"/>
                </a:lnTo>
                <a:lnTo>
                  <a:pt x="224237" y="199321"/>
                </a:lnTo>
                <a:lnTo>
                  <a:pt x="0" y="19932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9950615" y="3165360"/>
            <a:ext cx="7524493" cy="412230"/>
            <a:chOff x="0" y="0"/>
            <a:chExt cx="10032657" cy="549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032654" cy="549633"/>
            </a:xfrm>
            <a:custGeom>
              <a:avLst/>
              <a:gdLst/>
              <a:ahLst/>
              <a:cxnLst/>
              <a:rect r="r" b="b" t="t" l="l"/>
              <a:pathLst>
                <a:path h="549633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33"/>
                  </a:lnTo>
                  <a:lnTo>
                    <a:pt x="0" y="549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9402" r="0" b="-29193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0032657" cy="606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b="true" sz="19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 que é?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82410" y="3625215"/>
            <a:ext cx="7773648" cy="693938"/>
            <a:chOff x="0" y="0"/>
            <a:chExt cx="10364864" cy="9252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364862" cy="925249"/>
            </a:xfrm>
            <a:custGeom>
              <a:avLst/>
              <a:gdLst/>
              <a:ahLst/>
              <a:cxnLst/>
              <a:rect r="r" b="b" t="t" l="l"/>
              <a:pathLst>
                <a:path h="925249" w="10364862">
                  <a:moveTo>
                    <a:pt x="0" y="0"/>
                  </a:moveTo>
                  <a:lnTo>
                    <a:pt x="10364862" y="0"/>
                  </a:lnTo>
                  <a:lnTo>
                    <a:pt x="10364862" y="925249"/>
                  </a:lnTo>
                  <a:lnTo>
                    <a:pt x="0" y="9252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600" r="0" b="-16495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04775"/>
              <a:ext cx="10364864" cy="103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ebian é um sistema ope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ra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ci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liv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e de código aberto, baseado no núcleo Linux. É amplamente reconhecido por sua extrema estabilidade.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9588014" y="4581163"/>
            <a:ext cx="8004477" cy="1875253"/>
          </a:xfrm>
          <a:custGeom>
            <a:avLst/>
            <a:gdLst/>
            <a:ahLst/>
            <a:cxnLst/>
            <a:rect r="r" b="b" t="t" l="l"/>
            <a:pathLst>
              <a:path h="1875253" w="8004477">
                <a:moveTo>
                  <a:pt x="0" y="0"/>
                </a:moveTo>
                <a:lnTo>
                  <a:pt x="8004476" y="0"/>
                </a:lnTo>
                <a:lnTo>
                  <a:pt x="8004476" y="1875253"/>
                </a:lnTo>
                <a:lnTo>
                  <a:pt x="0" y="187525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9682410" y="4796238"/>
            <a:ext cx="249155" cy="199320"/>
          </a:xfrm>
          <a:custGeom>
            <a:avLst/>
            <a:gdLst/>
            <a:ahLst/>
            <a:cxnLst/>
            <a:rect r="r" b="b" t="t" l="l"/>
            <a:pathLst>
              <a:path h="199320" w="249155">
                <a:moveTo>
                  <a:pt x="0" y="0"/>
                </a:moveTo>
                <a:lnTo>
                  <a:pt x="249155" y="0"/>
                </a:lnTo>
                <a:lnTo>
                  <a:pt x="249155" y="199320"/>
                </a:lnTo>
                <a:lnTo>
                  <a:pt x="0" y="19932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0000078" y="4746412"/>
            <a:ext cx="7524493" cy="412230"/>
            <a:chOff x="0" y="0"/>
            <a:chExt cx="10032657" cy="549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032654" cy="549633"/>
            </a:xfrm>
            <a:custGeom>
              <a:avLst/>
              <a:gdLst/>
              <a:ahLst/>
              <a:cxnLst/>
              <a:rect r="r" b="b" t="t" l="l"/>
              <a:pathLst>
                <a:path h="549633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33"/>
                  </a:lnTo>
                  <a:lnTo>
                    <a:pt x="0" y="549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9402" r="0" b="-29193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10032657" cy="606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b="true" sz="19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Funcionalidades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718224" y="5194887"/>
            <a:ext cx="152610" cy="174412"/>
            <a:chOff x="0" y="0"/>
            <a:chExt cx="203479" cy="2325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966084" y="5059722"/>
            <a:ext cx="6302514" cy="485289"/>
            <a:chOff x="0" y="0"/>
            <a:chExt cx="8020721" cy="61759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020724" cy="617592"/>
            </a:xfrm>
            <a:custGeom>
              <a:avLst/>
              <a:gdLst/>
              <a:ahLst/>
              <a:cxnLst/>
              <a:rect r="r" b="b" t="t" l="l"/>
              <a:pathLst>
                <a:path h="617592" w="8020724">
                  <a:moveTo>
                    <a:pt x="0" y="0"/>
                  </a:moveTo>
                  <a:lnTo>
                    <a:pt x="8020724" y="0"/>
                  </a:lnTo>
                  <a:lnTo>
                    <a:pt x="8020724" y="617592"/>
                  </a:lnTo>
                  <a:lnTo>
                    <a:pt x="0" y="617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412" r="41392" b="-7520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8020721" cy="674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DHC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718224" y="5493877"/>
            <a:ext cx="152610" cy="174412"/>
            <a:chOff x="0" y="0"/>
            <a:chExt cx="203479" cy="2325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956559" y="5266274"/>
            <a:ext cx="7038927" cy="637037"/>
            <a:chOff x="0" y="0"/>
            <a:chExt cx="8492858" cy="7686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492849" cy="768621"/>
            </a:xfrm>
            <a:custGeom>
              <a:avLst/>
              <a:gdLst/>
              <a:ahLst/>
              <a:cxnLst/>
              <a:rect r="r" b="b" t="t" l="l"/>
              <a:pathLst>
                <a:path h="768621" w="8492849">
                  <a:moveTo>
                    <a:pt x="0" y="0"/>
                  </a:moveTo>
                  <a:lnTo>
                    <a:pt x="8492849" y="0"/>
                  </a:lnTo>
                  <a:lnTo>
                    <a:pt x="8492849" y="768621"/>
                  </a:lnTo>
                  <a:lnTo>
                    <a:pt x="0" y="7686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85" r="57363" b="-1340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8492858" cy="825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Segurança Nativa Rigorosa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718224" y="5792857"/>
            <a:ext cx="152610" cy="174412"/>
            <a:chOff x="0" y="0"/>
            <a:chExt cx="203479" cy="23255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956559" y="5735511"/>
            <a:ext cx="5751415" cy="636524"/>
            <a:chOff x="0" y="0"/>
            <a:chExt cx="7440953" cy="82351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440958" cy="823512"/>
            </a:xfrm>
            <a:custGeom>
              <a:avLst/>
              <a:gdLst/>
              <a:ahLst/>
              <a:cxnLst/>
              <a:rect r="r" b="b" t="t" l="l"/>
              <a:pathLst>
                <a:path h="823512" w="7440958">
                  <a:moveTo>
                    <a:pt x="0" y="0"/>
                  </a:moveTo>
                  <a:lnTo>
                    <a:pt x="7440958" y="0"/>
                  </a:lnTo>
                  <a:lnTo>
                    <a:pt x="7440958" y="823512"/>
                  </a:lnTo>
                  <a:lnTo>
                    <a:pt x="0" y="8235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363" r="53122" b="-270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7440953" cy="880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scalabilidade Rápida e Eficiente</a:t>
              </a:r>
            </a:p>
            <a:p>
              <a:pPr algn="l">
                <a:lnSpc>
                  <a:spcPts val="2698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718224" y="6091847"/>
            <a:ext cx="152610" cy="174412"/>
            <a:chOff x="0" y="0"/>
            <a:chExt cx="203479" cy="23255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956559" y="6030287"/>
            <a:ext cx="4257300" cy="303149"/>
            <a:chOff x="0" y="0"/>
            <a:chExt cx="5421274" cy="38603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421273" cy="386034"/>
            </a:xfrm>
            <a:custGeom>
              <a:avLst/>
              <a:gdLst/>
              <a:ahLst/>
              <a:cxnLst/>
              <a:rect r="r" b="b" t="t" l="l"/>
              <a:pathLst>
                <a:path h="386034" w="5421273">
                  <a:moveTo>
                    <a:pt x="0" y="0"/>
                  </a:moveTo>
                  <a:lnTo>
                    <a:pt x="5421273" y="0"/>
                  </a:lnTo>
                  <a:lnTo>
                    <a:pt x="5421273" y="386034"/>
                  </a:lnTo>
                  <a:lnTo>
                    <a:pt x="0" y="3860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5248" r="53122" b="-7130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5421274" cy="443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Consistência </a:t>
              </a:r>
            </a:p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491719" y="6919922"/>
            <a:ext cx="17304563" cy="3376784"/>
          </a:xfrm>
          <a:custGeom>
            <a:avLst/>
            <a:gdLst/>
            <a:ahLst/>
            <a:cxnLst/>
            <a:rect r="r" b="b" t="t" l="l"/>
            <a:pathLst>
              <a:path h="3376784" w="17304563">
                <a:moveTo>
                  <a:pt x="0" y="0"/>
                </a:moveTo>
                <a:lnTo>
                  <a:pt x="17304562" y="0"/>
                </a:lnTo>
                <a:lnTo>
                  <a:pt x="17304562" y="3376784"/>
                </a:lnTo>
                <a:lnTo>
                  <a:pt x="0" y="337678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772382" y="7262879"/>
            <a:ext cx="797300" cy="797300"/>
            <a:chOff x="0" y="0"/>
            <a:chExt cx="1063066" cy="106306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63117" cy="1063117"/>
            </a:xfrm>
            <a:custGeom>
              <a:avLst/>
              <a:gdLst/>
              <a:ahLst/>
              <a:cxnLst/>
              <a:rect r="r" b="b" t="t" l="l"/>
              <a:pathLst>
                <a:path h="1063117" w="1063117">
                  <a:moveTo>
                    <a:pt x="265811" y="0"/>
                  </a:moveTo>
                  <a:lnTo>
                    <a:pt x="797306" y="0"/>
                  </a:lnTo>
                  <a:cubicBezTo>
                    <a:pt x="943991" y="0"/>
                    <a:pt x="1063117" y="119126"/>
                    <a:pt x="1063117" y="265811"/>
                  </a:cubicBezTo>
                  <a:lnTo>
                    <a:pt x="1063117" y="797306"/>
                  </a:lnTo>
                  <a:cubicBezTo>
                    <a:pt x="1063117" y="943991"/>
                    <a:pt x="943991" y="1063117"/>
                    <a:pt x="797306" y="1063117"/>
                  </a:cubicBezTo>
                  <a:lnTo>
                    <a:pt x="265811" y="1063117"/>
                  </a:lnTo>
                  <a:cubicBezTo>
                    <a:pt x="119126" y="1063117"/>
                    <a:pt x="0" y="943991"/>
                    <a:pt x="0" y="797306"/>
                  </a:cubicBezTo>
                  <a:lnTo>
                    <a:pt x="0" y="265811"/>
                  </a:lnTo>
                  <a:cubicBezTo>
                    <a:pt x="0" y="119126"/>
                    <a:pt x="119126" y="0"/>
                    <a:pt x="265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104" id="104"/>
          <p:cNvSpPr/>
          <p:nvPr/>
        </p:nvSpPr>
        <p:spPr>
          <a:xfrm flipH="false" flipV="false" rot="0">
            <a:off x="1010631" y="7474658"/>
            <a:ext cx="327012" cy="373732"/>
          </a:xfrm>
          <a:custGeom>
            <a:avLst/>
            <a:gdLst/>
            <a:ahLst/>
            <a:cxnLst/>
            <a:rect r="r" b="b" t="t" l="l"/>
            <a:pathLst>
              <a:path h="373732" w="327012">
                <a:moveTo>
                  <a:pt x="0" y="0"/>
                </a:moveTo>
                <a:lnTo>
                  <a:pt x="327012" y="0"/>
                </a:lnTo>
                <a:lnTo>
                  <a:pt x="327012" y="373732"/>
                </a:lnTo>
                <a:lnTo>
                  <a:pt x="0" y="37373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1769002" y="7342616"/>
            <a:ext cx="5200665" cy="890146"/>
            <a:chOff x="0" y="0"/>
            <a:chExt cx="6934220" cy="118686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934218" cy="1186860"/>
            </a:xfrm>
            <a:custGeom>
              <a:avLst/>
              <a:gdLst/>
              <a:ahLst/>
              <a:cxnLst/>
              <a:rect r="r" b="b" t="t" l="l"/>
              <a:pathLst>
                <a:path h="1186860" w="6934218">
                  <a:moveTo>
                    <a:pt x="0" y="0"/>
                  </a:moveTo>
                  <a:lnTo>
                    <a:pt x="6934218" y="0"/>
                  </a:lnTo>
                  <a:lnTo>
                    <a:pt x="6934218" y="1186860"/>
                  </a:lnTo>
                  <a:lnTo>
                    <a:pt x="0" y="11868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83" r="53289" b="2443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6934220" cy="1215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6"/>
                </a:lnSpc>
              </a:pPr>
              <a:r>
                <a:rPr lang="en-US" sz="2353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 Containers e PXE Boot</a:t>
              </a:r>
            </a:p>
            <a:p>
              <a:pPr algn="l">
                <a:lnSpc>
                  <a:spcPts val="3106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769002" y="7811016"/>
            <a:ext cx="3413173" cy="298986"/>
            <a:chOff x="0" y="0"/>
            <a:chExt cx="4550898" cy="3986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550902" cy="398643"/>
            </a:xfrm>
            <a:custGeom>
              <a:avLst/>
              <a:gdLst/>
              <a:ahLst/>
              <a:cxnLst/>
              <a:rect r="r" b="b" t="t" l="l"/>
              <a:pathLst>
                <a:path h="398643" w="4550902">
                  <a:moveTo>
                    <a:pt x="0" y="0"/>
                  </a:moveTo>
                  <a:lnTo>
                    <a:pt x="4550902" y="0"/>
                  </a:lnTo>
                  <a:lnTo>
                    <a:pt x="4550902" y="398643"/>
                  </a:lnTo>
                  <a:lnTo>
                    <a:pt x="0" y="3986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069" r="30286" b="-10507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57150"/>
              <a:ext cx="4550898" cy="455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7"/>
                </a:lnSpc>
              </a:pPr>
              <a:r>
                <a:rPr lang="en-US" sz="1569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Pr</a:t>
              </a:r>
              <a:r>
                <a:rPr lang="en-US" sz="1569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eboot eXecution Environment e </a:t>
              </a:r>
            </a:p>
          </p:txBody>
        </p:sp>
      </p:grpSp>
      <p:sp>
        <p:nvSpPr>
          <p:cNvPr name="Freeform 111" id="111"/>
          <p:cNvSpPr/>
          <p:nvPr/>
        </p:nvSpPr>
        <p:spPr>
          <a:xfrm flipH="false" flipV="false" rot="0">
            <a:off x="15275176" y="7197290"/>
            <a:ext cx="1115330" cy="928468"/>
          </a:xfrm>
          <a:custGeom>
            <a:avLst/>
            <a:gdLst/>
            <a:ahLst/>
            <a:cxnLst/>
            <a:rect r="r" b="b" t="t" l="l"/>
            <a:pathLst>
              <a:path h="928468" w="1115330">
                <a:moveTo>
                  <a:pt x="0" y="0"/>
                </a:moveTo>
                <a:lnTo>
                  <a:pt x="1115330" y="0"/>
                </a:lnTo>
                <a:lnTo>
                  <a:pt x="1115330" y="928468"/>
                </a:lnTo>
                <a:lnTo>
                  <a:pt x="0" y="92846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15336002" y="7715962"/>
            <a:ext cx="993677" cy="283908"/>
            <a:chOff x="0" y="0"/>
            <a:chExt cx="1162723" cy="33220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162724" cy="332208"/>
            </a:xfrm>
            <a:custGeom>
              <a:avLst/>
              <a:gdLst/>
              <a:ahLst/>
              <a:cxnLst/>
              <a:rect r="r" b="b" t="t" l="l"/>
              <a:pathLst>
                <a:path h="332208" w="1162724">
                  <a:moveTo>
                    <a:pt x="0" y="0"/>
                  </a:moveTo>
                  <a:lnTo>
                    <a:pt x="1162724" y="0"/>
                  </a:lnTo>
                  <a:lnTo>
                    <a:pt x="1162724" y="332208"/>
                  </a:lnTo>
                  <a:lnTo>
                    <a:pt x="0" y="3322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162723" cy="370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8"/>
                </a:lnSpc>
              </a:pPr>
              <a:r>
                <a:rPr lang="en-US" sz="1374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Debian</a:t>
              </a:r>
            </a:p>
          </p:txBody>
        </p:sp>
      </p:grpSp>
      <p:sp>
        <p:nvSpPr>
          <p:cNvPr name="Freeform 115" id="115"/>
          <p:cNvSpPr/>
          <p:nvPr/>
        </p:nvSpPr>
        <p:spPr>
          <a:xfrm flipH="false" flipV="false" rot="0">
            <a:off x="16531857" y="7197290"/>
            <a:ext cx="990752" cy="928468"/>
          </a:xfrm>
          <a:custGeom>
            <a:avLst/>
            <a:gdLst/>
            <a:ahLst/>
            <a:cxnLst/>
            <a:rect r="r" b="b" t="t" l="l"/>
            <a:pathLst>
              <a:path h="928468" w="990752">
                <a:moveTo>
                  <a:pt x="0" y="0"/>
                </a:moveTo>
                <a:lnTo>
                  <a:pt x="990752" y="0"/>
                </a:lnTo>
                <a:lnTo>
                  <a:pt x="990752" y="928468"/>
                </a:lnTo>
                <a:lnTo>
                  <a:pt x="0" y="92846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16637727" y="7823346"/>
            <a:ext cx="802557" cy="249156"/>
            <a:chOff x="0" y="0"/>
            <a:chExt cx="1070077" cy="33220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70079" cy="332209"/>
            </a:xfrm>
            <a:custGeom>
              <a:avLst/>
              <a:gdLst/>
              <a:ahLst/>
              <a:cxnLst/>
              <a:rect r="r" b="b" t="t" l="l"/>
              <a:pathLst>
                <a:path h="332209" w="1070079">
                  <a:moveTo>
                    <a:pt x="0" y="0"/>
                  </a:moveTo>
                  <a:lnTo>
                    <a:pt x="1070079" y="0"/>
                  </a:lnTo>
                  <a:lnTo>
                    <a:pt x="1070079" y="332209"/>
                  </a:lnTo>
                  <a:lnTo>
                    <a:pt x="0" y="3322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6864" b="-845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070077" cy="37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8"/>
                </a:lnSpc>
              </a:pPr>
              <a:r>
                <a:rPr lang="en-US" sz="1374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Q4OS</a:t>
              </a:r>
            </a:p>
          </p:txBody>
        </p:sp>
      </p:grpSp>
      <p:sp>
        <p:nvSpPr>
          <p:cNvPr name="Freeform 119" id="119"/>
          <p:cNvSpPr/>
          <p:nvPr/>
        </p:nvSpPr>
        <p:spPr>
          <a:xfrm flipH="false" flipV="false" rot="0">
            <a:off x="769087" y="8318487"/>
            <a:ext cx="5450634" cy="1700851"/>
          </a:xfrm>
          <a:custGeom>
            <a:avLst/>
            <a:gdLst/>
            <a:ahLst/>
            <a:cxnLst/>
            <a:rect r="r" b="b" t="t" l="l"/>
            <a:pathLst>
              <a:path h="1700851" w="5450634">
                <a:moveTo>
                  <a:pt x="0" y="0"/>
                </a:moveTo>
                <a:lnTo>
                  <a:pt x="5450633" y="0"/>
                </a:lnTo>
                <a:lnTo>
                  <a:pt x="5450633" y="1700851"/>
                </a:lnTo>
                <a:lnTo>
                  <a:pt x="0" y="170085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872329" y="8533571"/>
            <a:ext cx="298694" cy="265503"/>
          </a:xfrm>
          <a:custGeom>
            <a:avLst/>
            <a:gdLst/>
            <a:ahLst/>
            <a:cxnLst/>
            <a:rect r="r" b="b" t="t" l="l"/>
            <a:pathLst>
              <a:path h="265503" w="298694">
                <a:moveTo>
                  <a:pt x="0" y="0"/>
                </a:moveTo>
                <a:lnTo>
                  <a:pt x="298694" y="0"/>
                </a:lnTo>
                <a:lnTo>
                  <a:pt x="298694" y="265503"/>
                </a:lnTo>
                <a:lnTo>
                  <a:pt x="0" y="26550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1" id="121"/>
          <p:cNvGrpSpPr/>
          <p:nvPr/>
        </p:nvGrpSpPr>
        <p:grpSpPr>
          <a:xfrm rot="0">
            <a:off x="1234049" y="8427116"/>
            <a:ext cx="3546800" cy="463058"/>
            <a:chOff x="0" y="0"/>
            <a:chExt cx="4729067" cy="61741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729066" cy="617402"/>
            </a:xfrm>
            <a:custGeom>
              <a:avLst/>
              <a:gdLst/>
              <a:ahLst/>
              <a:cxnLst/>
              <a:rect r="r" b="b" t="t" l="l"/>
              <a:pathLst>
                <a:path h="617402" w="4729066">
                  <a:moveTo>
                    <a:pt x="0" y="0"/>
                  </a:moveTo>
                  <a:lnTo>
                    <a:pt x="4729066" y="0"/>
                  </a:lnTo>
                  <a:lnTo>
                    <a:pt x="4729066" y="617402"/>
                  </a:lnTo>
                  <a:lnTo>
                    <a:pt x="0" y="6174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878" r="-40144" b="-14144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76200"/>
              <a:ext cx="4729067" cy="69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b="true" sz="21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 que é PXE?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34336" y="8882386"/>
            <a:ext cx="5207346" cy="1031741"/>
            <a:chOff x="0" y="0"/>
            <a:chExt cx="6943128" cy="137565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943128" cy="1375661"/>
            </a:xfrm>
            <a:custGeom>
              <a:avLst/>
              <a:gdLst/>
              <a:ahLst/>
              <a:cxnLst/>
              <a:rect r="r" b="b" t="t" l="l"/>
              <a:pathLst>
                <a:path h="1375661" w="6943128">
                  <a:moveTo>
                    <a:pt x="0" y="0"/>
                  </a:moveTo>
                  <a:lnTo>
                    <a:pt x="6943128" y="0"/>
                  </a:lnTo>
                  <a:lnTo>
                    <a:pt x="6943128" y="1375661"/>
                  </a:lnTo>
                  <a:lnTo>
                    <a:pt x="0" y="13756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572" r="0" b="-2611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85725"/>
              <a:ext cx="6943128" cy="1461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0"/>
                </a:lnSpc>
              </a:pP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tocolo que permite um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utad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or 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ini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iar seu sistema operacional diretamente da rede, sem disco local.</a:t>
              </a:r>
            </a:p>
          </p:txBody>
        </p:sp>
      </p:grpSp>
      <p:sp>
        <p:nvSpPr>
          <p:cNvPr name="Freeform 127" id="127"/>
          <p:cNvSpPr/>
          <p:nvPr/>
        </p:nvSpPr>
        <p:spPr>
          <a:xfrm flipH="false" flipV="false" rot="0">
            <a:off x="6500807" y="8318487"/>
            <a:ext cx="5450634" cy="1700851"/>
          </a:xfrm>
          <a:custGeom>
            <a:avLst/>
            <a:gdLst/>
            <a:ahLst/>
            <a:cxnLst/>
            <a:rect r="r" b="b" t="t" l="l"/>
            <a:pathLst>
              <a:path h="1700851" w="5450634">
                <a:moveTo>
                  <a:pt x="0" y="0"/>
                </a:moveTo>
                <a:lnTo>
                  <a:pt x="5450634" y="0"/>
                </a:lnTo>
                <a:lnTo>
                  <a:pt x="5450634" y="1700851"/>
                </a:lnTo>
                <a:lnTo>
                  <a:pt x="0" y="170085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2067699" y="8318487"/>
            <a:ext cx="5450634" cy="1700851"/>
          </a:xfrm>
          <a:custGeom>
            <a:avLst/>
            <a:gdLst/>
            <a:ahLst/>
            <a:cxnLst/>
            <a:rect r="r" b="b" t="t" l="l"/>
            <a:pathLst>
              <a:path h="1700851" w="5450634">
                <a:moveTo>
                  <a:pt x="0" y="0"/>
                </a:moveTo>
                <a:lnTo>
                  <a:pt x="5450633" y="0"/>
                </a:lnTo>
                <a:lnTo>
                  <a:pt x="5450633" y="1700851"/>
                </a:lnTo>
                <a:lnTo>
                  <a:pt x="0" y="170085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2223413" y="8518216"/>
            <a:ext cx="280858" cy="280858"/>
          </a:xfrm>
          <a:custGeom>
            <a:avLst/>
            <a:gdLst/>
            <a:ahLst/>
            <a:cxnLst/>
            <a:rect r="r" b="b" t="t" l="l"/>
            <a:pathLst>
              <a:path h="280858" w="280858">
                <a:moveTo>
                  <a:pt x="0" y="0"/>
                </a:moveTo>
                <a:lnTo>
                  <a:pt x="280858" y="0"/>
                </a:lnTo>
                <a:lnTo>
                  <a:pt x="280858" y="280858"/>
                </a:lnTo>
                <a:lnTo>
                  <a:pt x="0" y="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0" id="130"/>
          <p:cNvGrpSpPr/>
          <p:nvPr/>
        </p:nvGrpSpPr>
        <p:grpSpPr>
          <a:xfrm rot="0">
            <a:off x="12578825" y="8427116"/>
            <a:ext cx="1404237" cy="463058"/>
            <a:chOff x="0" y="0"/>
            <a:chExt cx="1872315" cy="61741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872315" cy="617402"/>
            </a:xfrm>
            <a:custGeom>
              <a:avLst/>
              <a:gdLst/>
              <a:ahLst/>
              <a:cxnLst/>
              <a:rect r="r" b="b" t="t" l="l"/>
              <a:pathLst>
                <a:path h="617402" w="1872315">
                  <a:moveTo>
                    <a:pt x="0" y="0"/>
                  </a:moveTo>
                  <a:lnTo>
                    <a:pt x="1872315" y="0"/>
                  </a:lnTo>
                  <a:lnTo>
                    <a:pt x="1872315" y="617402"/>
                  </a:lnTo>
                  <a:lnTo>
                    <a:pt x="0" y="6174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878" r="-253975" b="-141447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76200"/>
              <a:ext cx="1872315" cy="69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b="true" sz="21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Sistemas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232938" y="8966254"/>
            <a:ext cx="5207346" cy="693705"/>
            <a:chOff x="0" y="0"/>
            <a:chExt cx="6943128" cy="9249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943128" cy="924946"/>
            </a:xfrm>
            <a:custGeom>
              <a:avLst/>
              <a:gdLst/>
              <a:ahLst/>
              <a:cxnLst/>
              <a:rect r="r" b="b" t="t" l="l"/>
              <a:pathLst>
                <a:path h="924946" w="6943128">
                  <a:moveTo>
                    <a:pt x="0" y="0"/>
                  </a:moveTo>
                  <a:lnTo>
                    <a:pt x="6943128" y="0"/>
                  </a:lnTo>
                  <a:lnTo>
                    <a:pt x="6943128" y="924946"/>
                  </a:lnTo>
                  <a:lnTo>
                    <a:pt x="0" y="9249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961" r="0" b="-8756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04775"/>
              <a:ext cx="6943128" cy="10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8"/>
                </a:lnSpc>
              </a:pPr>
              <a:r>
                <a:rPr lang="en-US" sz="1873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Debian 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</a:t>
              </a:r>
              <a:r>
                <a:rPr lang="en-US" b="true" sz="1873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Q4OS: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Sistemas operacionais user-friendly para estações de trabalho dos alunos.</a:t>
              </a:r>
            </a:p>
          </p:txBody>
        </p:sp>
      </p:grpSp>
      <p:sp>
        <p:nvSpPr>
          <p:cNvPr name="Freeform 136" id="136"/>
          <p:cNvSpPr/>
          <p:nvPr/>
        </p:nvSpPr>
        <p:spPr>
          <a:xfrm flipH="false" flipV="false" rot="0">
            <a:off x="16761367" y="7292017"/>
            <a:ext cx="468238" cy="468238"/>
          </a:xfrm>
          <a:custGeom>
            <a:avLst/>
            <a:gdLst/>
            <a:ahLst/>
            <a:cxnLst/>
            <a:rect r="r" b="b" t="t" l="l"/>
            <a:pathLst>
              <a:path h="468238" w="468238">
                <a:moveTo>
                  <a:pt x="0" y="0"/>
                </a:moveTo>
                <a:lnTo>
                  <a:pt x="468238" y="0"/>
                </a:lnTo>
                <a:lnTo>
                  <a:pt x="468238" y="468238"/>
                </a:lnTo>
                <a:lnTo>
                  <a:pt x="0" y="468238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6605116" y="8507010"/>
            <a:ext cx="298694" cy="265503"/>
          </a:xfrm>
          <a:custGeom>
            <a:avLst/>
            <a:gdLst/>
            <a:ahLst/>
            <a:cxnLst/>
            <a:rect r="r" b="b" t="t" l="l"/>
            <a:pathLst>
              <a:path h="265503" w="298694">
                <a:moveTo>
                  <a:pt x="0" y="0"/>
                </a:moveTo>
                <a:lnTo>
                  <a:pt x="298694" y="0"/>
                </a:lnTo>
                <a:lnTo>
                  <a:pt x="298694" y="265502"/>
                </a:lnTo>
                <a:lnTo>
                  <a:pt x="0" y="26550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8" id="138"/>
          <p:cNvGrpSpPr/>
          <p:nvPr/>
        </p:nvGrpSpPr>
        <p:grpSpPr>
          <a:xfrm rot="0">
            <a:off x="6957312" y="8375637"/>
            <a:ext cx="4951119" cy="463058"/>
            <a:chOff x="0" y="0"/>
            <a:chExt cx="6601492" cy="61741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601491" cy="617402"/>
            </a:xfrm>
            <a:custGeom>
              <a:avLst/>
              <a:gdLst/>
              <a:ahLst/>
              <a:cxnLst/>
              <a:rect r="r" b="b" t="t" l="l"/>
              <a:pathLst>
                <a:path h="617402" w="6601491">
                  <a:moveTo>
                    <a:pt x="0" y="0"/>
                  </a:moveTo>
                  <a:lnTo>
                    <a:pt x="6601491" y="0"/>
                  </a:lnTo>
                  <a:lnTo>
                    <a:pt x="6601491" y="617402"/>
                  </a:lnTo>
                  <a:lnTo>
                    <a:pt x="0" y="6174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878" r="-394" b="-141447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76200"/>
              <a:ext cx="6601492" cy="69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b="true" sz="21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 que é Containers?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6667123" y="8855825"/>
            <a:ext cx="5207346" cy="1031741"/>
            <a:chOff x="0" y="0"/>
            <a:chExt cx="6943128" cy="1375655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943128" cy="1375661"/>
            </a:xfrm>
            <a:custGeom>
              <a:avLst/>
              <a:gdLst/>
              <a:ahLst/>
              <a:cxnLst/>
              <a:rect r="r" b="b" t="t" l="l"/>
              <a:pathLst>
                <a:path h="1375661" w="6943128">
                  <a:moveTo>
                    <a:pt x="0" y="0"/>
                  </a:moveTo>
                  <a:lnTo>
                    <a:pt x="6943128" y="0"/>
                  </a:lnTo>
                  <a:lnTo>
                    <a:pt x="6943128" y="1375661"/>
                  </a:lnTo>
                  <a:lnTo>
                    <a:pt x="0" y="13756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572" r="0" b="-26114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85725"/>
              <a:ext cx="6943128" cy="1461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0"/>
                </a:lnSpc>
              </a:pP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T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ecnologia de virtualizaçã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leve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a nível de sistema operacional, integrada nativamente ao kernel Linux.</a:t>
              </a:r>
            </a:p>
          </p:txBody>
        </p:sp>
      </p:grpSp>
      <p:sp>
        <p:nvSpPr>
          <p:cNvPr name="Freeform 144" id="144"/>
          <p:cNvSpPr/>
          <p:nvPr/>
        </p:nvSpPr>
        <p:spPr>
          <a:xfrm flipH="false" flipV="false" rot="0">
            <a:off x="15504386" y="7333859"/>
            <a:ext cx="656910" cy="369512"/>
          </a:xfrm>
          <a:custGeom>
            <a:avLst/>
            <a:gdLst/>
            <a:ahLst/>
            <a:cxnLst/>
            <a:rect r="r" b="b" t="t" l="l"/>
            <a:pathLst>
              <a:path h="369512" w="656910">
                <a:moveTo>
                  <a:pt x="0" y="0"/>
                </a:moveTo>
                <a:lnTo>
                  <a:pt x="656910" y="0"/>
                </a:lnTo>
                <a:lnTo>
                  <a:pt x="656910" y="369513"/>
                </a:lnTo>
                <a:lnTo>
                  <a:pt x="0" y="36951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093" y="-91557"/>
            <a:ext cx="19244639" cy="10492857"/>
            <a:chOff x="0" y="0"/>
            <a:chExt cx="2515611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515611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56111">
                  <a:moveTo>
                    <a:pt x="0" y="0"/>
                  </a:moveTo>
                  <a:lnTo>
                    <a:pt x="25156111" y="0"/>
                  </a:lnTo>
                  <a:lnTo>
                    <a:pt x="2515611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36" r="0" b="-22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7135" y="711279"/>
            <a:ext cx="765991" cy="765991"/>
            <a:chOff x="0" y="0"/>
            <a:chExt cx="1021321" cy="10213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218821" y="0"/>
                  </a:moveTo>
                  <a:lnTo>
                    <a:pt x="802513" y="0"/>
                  </a:lnTo>
                  <a:cubicBezTo>
                    <a:pt x="923290" y="0"/>
                    <a:pt x="1021334" y="98044"/>
                    <a:pt x="1021334" y="218821"/>
                  </a:cubicBezTo>
                  <a:lnTo>
                    <a:pt x="1021334" y="802513"/>
                  </a:lnTo>
                  <a:cubicBezTo>
                    <a:pt x="1021334" y="923290"/>
                    <a:pt x="923290" y="1021334"/>
                    <a:pt x="802513" y="1021334"/>
                  </a:cubicBezTo>
                  <a:lnTo>
                    <a:pt x="218821" y="1021334"/>
                  </a:lnTo>
                  <a:cubicBezTo>
                    <a:pt x="98044" y="1021334"/>
                    <a:pt x="0" y="923290"/>
                    <a:pt x="0" y="802513"/>
                  </a:cubicBezTo>
                  <a:lnTo>
                    <a:pt x="0" y="218821"/>
                  </a:lnTo>
                  <a:cubicBezTo>
                    <a:pt x="0" y="98044"/>
                    <a:pt x="98044" y="0"/>
                    <a:pt x="218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5474" y="930126"/>
            <a:ext cx="369313" cy="328279"/>
          </a:xfrm>
          <a:custGeom>
            <a:avLst/>
            <a:gdLst/>
            <a:ahLst/>
            <a:cxnLst/>
            <a:rect r="r" b="b" t="t" l="l"/>
            <a:pathLst>
              <a:path h="328279" w="369313">
                <a:moveTo>
                  <a:pt x="0" y="0"/>
                </a:moveTo>
                <a:lnTo>
                  <a:pt x="369313" y="0"/>
                </a:lnTo>
                <a:lnTo>
                  <a:pt x="369313" y="328279"/>
                </a:lnTo>
                <a:lnTo>
                  <a:pt x="0" y="328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31982" y="393656"/>
            <a:ext cx="4291256" cy="700614"/>
            <a:chOff x="0" y="0"/>
            <a:chExt cx="4468266" cy="729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68272" cy="729514"/>
            </a:xfrm>
            <a:custGeom>
              <a:avLst/>
              <a:gdLst/>
              <a:ahLst/>
              <a:cxnLst/>
              <a:rect r="r" b="b" t="t" l="l"/>
              <a:pathLst>
                <a:path h="729514" w="4468272">
                  <a:moveTo>
                    <a:pt x="0" y="0"/>
                  </a:moveTo>
                  <a:lnTo>
                    <a:pt x="4468272" y="0"/>
                  </a:lnTo>
                  <a:lnTo>
                    <a:pt x="4468272" y="729514"/>
                  </a:lnTo>
                  <a:lnTo>
                    <a:pt x="0" y="7295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4468266" cy="6914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b="true" sz="387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Virtualização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1982" y="1094270"/>
            <a:ext cx="3395224" cy="383000"/>
            <a:chOff x="0" y="0"/>
            <a:chExt cx="4322369" cy="4875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22370" cy="487593"/>
            </a:xfrm>
            <a:custGeom>
              <a:avLst/>
              <a:gdLst/>
              <a:ahLst/>
              <a:cxnLst/>
              <a:rect r="r" b="b" t="t" l="l"/>
              <a:pathLst>
                <a:path h="487593" w="4322370">
                  <a:moveTo>
                    <a:pt x="0" y="0"/>
                  </a:moveTo>
                  <a:lnTo>
                    <a:pt x="4322370" y="0"/>
                  </a:lnTo>
                  <a:lnTo>
                    <a:pt x="4322370" y="487593"/>
                  </a:lnTo>
                  <a:lnTo>
                    <a:pt x="0" y="4875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364" r="0" b="-1250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322369" cy="554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1"/>
                </a:lnSpc>
              </a:pPr>
              <a:r>
                <a:rPr lang="en-US" sz="215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Que É?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1982" y="1586694"/>
            <a:ext cx="1313126" cy="54712"/>
            <a:chOff x="0" y="0"/>
            <a:chExt cx="1750835" cy="729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0822" cy="72898"/>
            </a:xfrm>
            <a:custGeom>
              <a:avLst/>
              <a:gdLst/>
              <a:ahLst/>
              <a:cxnLst/>
              <a:rect r="r" b="b" t="t" l="l"/>
              <a:pathLst>
                <a:path h="72898" w="1750822">
                  <a:moveTo>
                    <a:pt x="36449" y="0"/>
                  </a:moveTo>
                  <a:lnTo>
                    <a:pt x="1714373" y="0"/>
                  </a:lnTo>
                  <a:cubicBezTo>
                    <a:pt x="1734566" y="0"/>
                    <a:pt x="1750822" y="16383"/>
                    <a:pt x="1750822" y="36449"/>
                  </a:cubicBezTo>
                  <a:cubicBezTo>
                    <a:pt x="1750822" y="56515"/>
                    <a:pt x="1734439" y="72898"/>
                    <a:pt x="1714373" y="72898"/>
                  </a:cubicBezTo>
                  <a:lnTo>
                    <a:pt x="36449" y="72898"/>
                  </a:lnTo>
                  <a:cubicBezTo>
                    <a:pt x="16383" y="72898"/>
                    <a:pt x="0" y="56642"/>
                    <a:pt x="0" y="36449"/>
                  </a:cubicBezTo>
                  <a:cubicBezTo>
                    <a:pt x="0" y="16256"/>
                    <a:pt x="16383" y="0"/>
                    <a:pt x="36449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41763" y="1964312"/>
            <a:ext cx="8491337" cy="4579325"/>
          </a:xfrm>
          <a:custGeom>
            <a:avLst/>
            <a:gdLst/>
            <a:ahLst/>
            <a:cxnLst/>
            <a:rect r="r" b="b" t="t" l="l"/>
            <a:pathLst>
              <a:path h="4579325" w="8491337">
                <a:moveTo>
                  <a:pt x="0" y="0"/>
                </a:moveTo>
                <a:lnTo>
                  <a:pt x="8491337" y="0"/>
                </a:lnTo>
                <a:lnTo>
                  <a:pt x="8491337" y="4579325"/>
                </a:lnTo>
                <a:lnTo>
                  <a:pt x="0" y="4579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9092" y="2325329"/>
            <a:ext cx="328279" cy="328279"/>
          </a:xfrm>
          <a:custGeom>
            <a:avLst/>
            <a:gdLst/>
            <a:ahLst/>
            <a:cxnLst/>
            <a:rect r="r" b="b" t="t" l="l"/>
            <a:pathLst>
              <a:path h="328279" w="328279">
                <a:moveTo>
                  <a:pt x="0" y="0"/>
                </a:moveTo>
                <a:lnTo>
                  <a:pt x="328279" y="0"/>
                </a:lnTo>
                <a:lnTo>
                  <a:pt x="328279" y="328279"/>
                </a:lnTo>
                <a:lnTo>
                  <a:pt x="0" y="328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58414" y="2270608"/>
            <a:ext cx="7632535" cy="437712"/>
            <a:chOff x="0" y="0"/>
            <a:chExt cx="10176713" cy="5836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76718" cy="583612"/>
            </a:xfrm>
            <a:custGeom>
              <a:avLst/>
              <a:gdLst/>
              <a:ahLst/>
              <a:cxnLst/>
              <a:rect r="r" b="b" t="t" l="l"/>
              <a:pathLst>
                <a:path h="583612" w="10176718">
                  <a:moveTo>
                    <a:pt x="0" y="0"/>
                  </a:moveTo>
                  <a:lnTo>
                    <a:pt x="10176718" y="0"/>
                  </a:lnTo>
                  <a:lnTo>
                    <a:pt x="10176718" y="583612"/>
                  </a:lnTo>
                  <a:lnTo>
                    <a:pt x="0" y="5836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769" r="0" b="-2897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176713" cy="621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1"/>
                </a:lnSpc>
              </a:pPr>
              <a:r>
                <a:rPr lang="en-US" b="true" sz="258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Definição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8058" y="3106703"/>
            <a:ext cx="8001857" cy="1203697"/>
            <a:chOff x="0" y="0"/>
            <a:chExt cx="10669143" cy="16049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69140" cy="1604936"/>
            </a:xfrm>
            <a:custGeom>
              <a:avLst/>
              <a:gdLst/>
              <a:ahLst/>
              <a:cxnLst/>
              <a:rect r="r" b="b" t="t" l="l"/>
              <a:pathLst>
                <a:path h="1604936" w="10669140">
                  <a:moveTo>
                    <a:pt x="0" y="0"/>
                  </a:moveTo>
                  <a:lnTo>
                    <a:pt x="10669140" y="0"/>
                  </a:lnTo>
                  <a:lnTo>
                    <a:pt x="10669140" y="1604936"/>
                  </a:lnTo>
                  <a:lnTo>
                    <a:pt x="0" y="16049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531" r="0" b="-795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0669143" cy="1700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55"/>
                </a:lnSpc>
              </a:pPr>
              <a:r>
                <a:rPr lang="en-US" sz="1938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 </a:t>
              </a:r>
              <a:r>
                <a:rPr lang="en-US" sz="1938" b="true">
                  <a:solidFill>
                    <a:srgbClr val="26323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virtualização</a:t>
              </a:r>
              <a:r>
                <a:rPr lang="en-US" sz="1938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é uma tecnologia que permite criar múltiplas máquinas virtuais (VMs) em um único servidor físico, dividindo recursos como </a:t>
              </a:r>
              <a:r>
                <a:rPr lang="en-US" sz="1938">
                  <a:solidFill>
                    <a:srgbClr val="01579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CPU </a:t>
              </a:r>
              <a:r>
                <a:rPr lang="en-US" sz="1938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</a:t>
              </a:r>
              <a:r>
                <a:rPr lang="en-US" sz="1938">
                  <a:solidFill>
                    <a:srgbClr val="558B2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memória </a:t>
              </a:r>
              <a:r>
                <a:rPr lang="en-US" sz="1938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</a:t>
              </a:r>
              <a:r>
                <a:rPr lang="en-US" sz="1938">
                  <a:solidFill>
                    <a:srgbClr val="01579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disco </a:t>
              </a:r>
              <a:r>
                <a:rPr lang="en-US" sz="1938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rede entre elas.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45372" y="4523146"/>
            <a:ext cx="7884119" cy="1537354"/>
          </a:xfrm>
          <a:custGeom>
            <a:avLst/>
            <a:gdLst/>
            <a:ahLst/>
            <a:cxnLst/>
            <a:rect r="r" b="b" t="t" l="l"/>
            <a:pathLst>
              <a:path h="1537354" w="7884119">
                <a:moveTo>
                  <a:pt x="0" y="0"/>
                </a:moveTo>
                <a:lnTo>
                  <a:pt x="7884119" y="0"/>
                </a:lnTo>
                <a:lnTo>
                  <a:pt x="7884119" y="1537354"/>
                </a:lnTo>
                <a:lnTo>
                  <a:pt x="0" y="15373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80592" y="4758366"/>
            <a:ext cx="7523112" cy="1066914"/>
            <a:chOff x="0" y="0"/>
            <a:chExt cx="10030816" cy="14225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30816" cy="1422552"/>
            </a:xfrm>
            <a:custGeom>
              <a:avLst/>
              <a:gdLst/>
              <a:ahLst/>
              <a:cxnLst/>
              <a:rect r="r" b="b" t="t" l="l"/>
              <a:pathLst>
                <a:path h="1422552" w="10030816">
                  <a:moveTo>
                    <a:pt x="0" y="0"/>
                  </a:moveTo>
                  <a:lnTo>
                    <a:pt x="10030816" y="0"/>
                  </a:lnTo>
                  <a:lnTo>
                    <a:pt x="10030816" y="1422552"/>
                  </a:lnTo>
                  <a:lnTo>
                    <a:pt x="0" y="14225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394" r="0" b="-873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0030816" cy="1508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5"/>
                </a:lnSpc>
              </a:pPr>
              <a:r>
                <a:rPr lang="en-US" sz="172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Um </a:t>
              </a:r>
              <a:r>
                <a:rPr lang="en-US" b="true" sz="1723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hipervisor</a:t>
              </a:r>
              <a:r>
                <a:rPr lang="en-US" sz="172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atua como camada intermediária entre o hardware físico e as VMs, controlando e alocando recursos para cada máquina virtual de forma isolada.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86658" y="7605308"/>
            <a:ext cx="7205473" cy="2180082"/>
          </a:xfrm>
          <a:custGeom>
            <a:avLst/>
            <a:gdLst/>
            <a:ahLst/>
            <a:cxnLst/>
            <a:rect r="r" b="b" t="t" l="l"/>
            <a:pathLst>
              <a:path h="2180082" w="7205473">
                <a:moveTo>
                  <a:pt x="0" y="0"/>
                </a:moveTo>
                <a:lnTo>
                  <a:pt x="7205474" y="0"/>
                </a:lnTo>
                <a:lnTo>
                  <a:pt x="7205474" y="2180082"/>
                </a:lnTo>
                <a:lnTo>
                  <a:pt x="0" y="21800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41763" y="6753187"/>
            <a:ext cx="8491337" cy="3129420"/>
          </a:xfrm>
          <a:custGeom>
            <a:avLst/>
            <a:gdLst/>
            <a:ahLst/>
            <a:cxnLst/>
            <a:rect r="r" b="b" t="t" l="l"/>
            <a:pathLst>
              <a:path h="3129420" w="8491337">
                <a:moveTo>
                  <a:pt x="0" y="0"/>
                </a:moveTo>
                <a:lnTo>
                  <a:pt x="8491337" y="0"/>
                </a:lnTo>
                <a:lnTo>
                  <a:pt x="8491337" y="3129420"/>
                </a:lnTo>
                <a:lnTo>
                  <a:pt x="0" y="31294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16448" y="7114194"/>
            <a:ext cx="205178" cy="273568"/>
          </a:xfrm>
          <a:custGeom>
            <a:avLst/>
            <a:gdLst/>
            <a:ahLst/>
            <a:cxnLst/>
            <a:rect r="r" b="b" t="t" l="l"/>
            <a:pathLst>
              <a:path h="273568" w="205178">
                <a:moveTo>
                  <a:pt x="0" y="0"/>
                </a:moveTo>
                <a:lnTo>
                  <a:pt x="205178" y="0"/>
                </a:lnTo>
                <a:lnTo>
                  <a:pt x="205178" y="273567"/>
                </a:lnTo>
                <a:lnTo>
                  <a:pt x="0" y="2735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190015" y="7059482"/>
            <a:ext cx="7673578" cy="382991"/>
            <a:chOff x="0" y="0"/>
            <a:chExt cx="10231438" cy="5106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31432" cy="510660"/>
            </a:xfrm>
            <a:custGeom>
              <a:avLst/>
              <a:gdLst/>
              <a:ahLst/>
              <a:cxnLst/>
              <a:rect r="r" b="b" t="t" l="l"/>
              <a:pathLst>
                <a:path h="510660" w="10231432">
                  <a:moveTo>
                    <a:pt x="0" y="0"/>
                  </a:moveTo>
                  <a:lnTo>
                    <a:pt x="10231432" y="0"/>
                  </a:lnTo>
                  <a:lnTo>
                    <a:pt x="10231432" y="510660"/>
                  </a:lnTo>
                  <a:lnTo>
                    <a:pt x="0" y="5106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0397" r="0" b="-3403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0231438" cy="567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1"/>
                </a:lnSpc>
              </a:pPr>
              <a:r>
                <a:rPr lang="en-US" b="true" sz="215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Vantagens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845372" y="7603931"/>
            <a:ext cx="3862673" cy="908142"/>
          </a:xfrm>
          <a:custGeom>
            <a:avLst/>
            <a:gdLst/>
            <a:ahLst/>
            <a:cxnLst/>
            <a:rect r="r" b="b" t="t" l="l"/>
            <a:pathLst>
              <a:path h="908142" w="3862673">
                <a:moveTo>
                  <a:pt x="0" y="0"/>
                </a:moveTo>
                <a:lnTo>
                  <a:pt x="3862674" y="0"/>
                </a:lnTo>
                <a:lnTo>
                  <a:pt x="3862674" y="908142"/>
                </a:lnTo>
                <a:lnTo>
                  <a:pt x="0" y="9081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94270" y="7811795"/>
            <a:ext cx="136779" cy="218856"/>
          </a:xfrm>
          <a:custGeom>
            <a:avLst/>
            <a:gdLst/>
            <a:ahLst/>
            <a:cxnLst/>
            <a:rect r="r" b="b" t="t" l="l"/>
            <a:pathLst>
              <a:path h="218856" w="136779">
                <a:moveTo>
                  <a:pt x="0" y="0"/>
                </a:moveTo>
                <a:lnTo>
                  <a:pt x="136779" y="0"/>
                </a:lnTo>
                <a:lnTo>
                  <a:pt x="136779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418396" y="7751428"/>
            <a:ext cx="1042331" cy="306569"/>
            <a:chOff x="0" y="0"/>
            <a:chExt cx="1240168" cy="3647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0174" cy="364756"/>
            </a:xfrm>
            <a:custGeom>
              <a:avLst/>
              <a:gdLst/>
              <a:ahLst/>
              <a:cxnLst/>
              <a:rect r="r" b="b" t="t" l="l"/>
              <a:pathLst>
                <a:path h="364756" w="1240174">
                  <a:moveTo>
                    <a:pt x="0" y="0"/>
                  </a:moveTo>
                  <a:lnTo>
                    <a:pt x="1240174" y="0"/>
                  </a:lnTo>
                  <a:lnTo>
                    <a:pt x="1240174" y="364756"/>
                  </a:lnTo>
                  <a:lnTo>
                    <a:pt x="0" y="3647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48" r="0" b="-162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40168" cy="402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b="true" sz="150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Economia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5871" y="8112719"/>
            <a:ext cx="3583734" cy="218856"/>
            <a:chOff x="0" y="0"/>
            <a:chExt cx="4778312" cy="291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78316" cy="291806"/>
            </a:xfrm>
            <a:custGeom>
              <a:avLst/>
              <a:gdLst/>
              <a:ahLst/>
              <a:cxnLst/>
              <a:rect r="r" b="b" t="t" l="l"/>
              <a:pathLst>
                <a:path h="291806" w="4778316">
                  <a:moveTo>
                    <a:pt x="0" y="0"/>
                  </a:moveTo>
                  <a:lnTo>
                    <a:pt x="4778316" y="0"/>
                  </a:lnTo>
                  <a:lnTo>
                    <a:pt x="4778316" y="291806"/>
                  </a:lnTo>
                  <a:lnTo>
                    <a:pt x="0" y="2918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066" r="0" b="-2690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778312" cy="32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Redução de até </a:t>
              </a:r>
              <a:r>
                <a:rPr lang="en-US" b="true" sz="1293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40%</a:t>
              </a:r>
              <a:r>
                <a:rPr lang="en-US" sz="129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em hardware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869809" y="7603931"/>
            <a:ext cx="3862673" cy="908142"/>
          </a:xfrm>
          <a:custGeom>
            <a:avLst/>
            <a:gdLst/>
            <a:ahLst/>
            <a:cxnLst/>
            <a:rect r="r" b="b" t="t" l="l"/>
            <a:pathLst>
              <a:path h="908142" w="3862673">
                <a:moveTo>
                  <a:pt x="0" y="0"/>
                </a:moveTo>
                <a:lnTo>
                  <a:pt x="3862673" y="0"/>
                </a:lnTo>
                <a:lnTo>
                  <a:pt x="3862673" y="908142"/>
                </a:lnTo>
                <a:lnTo>
                  <a:pt x="0" y="9081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5091351" y="7811795"/>
            <a:ext cx="191500" cy="218856"/>
            <a:chOff x="0" y="0"/>
            <a:chExt cx="255334" cy="2918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37" y="-9154"/>
              <a:ext cx="255196" cy="310026"/>
            </a:xfrm>
            <a:custGeom>
              <a:avLst/>
              <a:gdLst/>
              <a:ahLst/>
              <a:cxnLst/>
              <a:rect r="r" b="b" t="t" l="l"/>
              <a:pathLst>
                <a:path h="310026" w="255196">
                  <a:moveTo>
                    <a:pt x="193003" y="3566"/>
                  </a:moveTo>
                  <a:cubicBezTo>
                    <a:pt x="199734" y="8519"/>
                    <a:pt x="202274" y="17409"/>
                    <a:pt x="199226" y="25156"/>
                  </a:cubicBezTo>
                  <a:lnTo>
                    <a:pt x="154522" y="136916"/>
                  </a:lnTo>
                  <a:lnTo>
                    <a:pt x="236945" y="136916"/>
                  </a:lnTo>
                  <a:cubicBezTo>
                    <a:pt x="244692" y="136916"/>
                    <a:pt x="251423" y="141742"/>
                    <a:pt x="254090" y="148981"/>
                  </a:cubicBezTo>
                  <a:cubicBezTo>
                    <a:pt x="256757" y="156220"/>
                    <a:pt x="254471" y="164348"/>
                    <a:pt x="248629" y="169174"/>
                  </a:cubicBezTo>
                  <a:lnTo>
                    <a:pt x="84545" y="305826"/>
                  </a:lnTo>
                  <a:cubicBezTo>
                    <a:pt x="78068" y="311160"/>
                    <a:pt x="68924" y="311414"/>
                    <a:pt x="62193" y="306588"/>
                  </a:cubicBezTo>
                  <a:cubicBezTo>
                    <a:pt x="55462" y="301762"/>
                    <a:pt x="52922" y="292745"/>
                    <a:pt x="55970" y="284998"/>
                  </a:cubicBezTo>
                  <a:lnTo>
                    <a:pt x="100674" y="173238"/>
                  </a:lnTo>
                  <a:lnTo>
                    <a:pt x="18251" y="173238"/>
                  </a:lnTo>
                  <a:cubicBezTo>
                    <a:pt x="10504" y="173238"/>
                    <a:pt x="3773" y="168412"/>
                    <a:pt x="1106" y="161173"/>
                  </a:cubicBezTo>
                  <a:cubicBezTo>
                    <a:pt x="-1561" y="153934"/>
                    <a:pt x="725" y="145806"/>
                    <a:pt x="6567" y="140980"/>
                  </a:cubicBezTo>
                  <a:lnTo>
                    <a:pt x="170651" y="4201"/>
                  </a:lnTo>
                  <a:cubicBezTo>
                    <a:pt x="177128" y="-1133"/>
                    <a:pt x="186272" y="-1387"/>
                    <a:pt x="193003" y="3439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433308" y="7751428"/>
            <a:ext cx="1027003" cy="306569"/>
            <a:chOff x="0" y="0"/>
            <a:chExt cx="1221930" cy="3647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21936" cy="364756"/>
            </a:xfrm>
            <a:custGeom>
              <a:avLst/>
              <a:gdLst/>
              <a:ahLst/>
              <a:cxnLst/>
              <a:rect r="r" b="b" t="t" l="l"/>
              <a:pathLst>
                <a:path h="364756" w="1221936">
                  <a:moveTo>
                    <a:pt x="0" y="0"/>
                  </a:moveTo>
                  <a:lnTo>
                    <a:pt x="1221936" y="0"/>
                  </a:lnTo>
                  <a:lnTo>
                    <a:pt x="1221936" y="364756"/>
                  </a:lnTo>
                  <a:lnTo>
                    <a:pt x="0" y="3647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74" r="0" b="-152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21930" cy="402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b="true" sz="150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Eficiência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50317" y="8112719"/>
            <a:ext cx="3583734" cy="218856"/>
            <a:chOff x="0" y="0"/>
            <a:chExt cx="4778312" cy="29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78316" cy="291806"/>
            </a:xfrm>
            <a:custGeom>
              <a:avLst/>
              <a:gdLst/>
              <a:ahLst/>
              <a:cxnLst/>
              <a:rect r="r" b="b" t="t" l="l"/>
              <a:pathLst>
                <a:path h="291806" w="4778316">
                  <a:moveTo>
                    <a:pt x="0" y="0"/>
                  </a:moveTo>
                  <a:lnTo>
                    <a:pt x="4778316" y="0"/>
                  </a:lnTo>
                  <a:lnTo>
                    <a:pt x="4778316" y="291806"/>
                  </a:lnTo>
                  <a:lnTo>
                    <a:pt x="0" y="2918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066" r="0" b="-2690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778312" cy="32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Melhor aproveitamento dos recursos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845372" y="8670846"/>
            <a:ext cx="3862673" cy="908142"/>
          </a:xfrm>
          <a:custGeom>
            <a:avLst/>
            <a:gdLst/>
            <a:ahLst/>
            <a:cxnLst/>
            <a:rect r="r" b="b" t="t" l="l"/>
            <a:pathLst>
              <a:path h="908142" w="3862673">
                <a:moveTo>
                  <a:pt x="0" y="0"/>
                </a:moveTo>
                <a:lnTo>
                  <a:pt x="3862674" y="0"/>
                </a:lnTo>
                <a:lnTo>
                  <a:pt x="3862674" y="908142"/>
                </a:lnTo>
                <a:lnTo>
                  <a:pt x="0" y="9081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66914" y="8878710"/>
            <a:ext cx="191500" cy="218856"/>
          </a:xfrm>
          <a:custGeom>
            <a:avLst/>
            <a:gdLst/>
            <a:ahLst/>
            <a:cxnLst/>
            <a:rect r="r" b="b" t="t" l="l"/>
            <a:pathLst>
              <a:path h="218856" w="191500">
                <a:moveTo>
                  <a:pt x="0" y="0"/>
                </a:moveTo>
                <a:lnTo>
                  <a:pt x="191500" y="0"/>
                </a:lnTo>
                <a:lnTo>
                  <a:pt x="191500" y="218856"/>
                </a:lnTo>
                <a:lnTo>
                  <a:pt x="0" y="21885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408871" y="8816873"/>
            <a:ext cx="1478587" cy="308038"/>
            <a:chOff x="0" y="0"/>
            <a:chExt cx="1750835" cy="36475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50834" cy="364756"/>
            </a:xfrm>
            <a:custGeom>
              <a:avLst/>
              <a:gdLst/>
              <a:ahLst/>
              <a:cxnLst/>
              <a:rect r="r" b="b" t="t" l="l"/>
              <a:pathLst>
                <a:path h="364756" w="1750834">
                  <a:moveTo>
                    <a:pt x="0" y="0"/>
                  </a:moveTo>
                  <a:lnTo>
                    <a:pt x="1750834" y="0"/>
                  </a:lnTo>
                  <a:lnTo>
                    <a:pt x="1750834" y="364756"/>
                  </a:lnTo>
                  <a:lnTo>
                    <a:pt x="0" y="3647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750835" cy="402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b="true" sz="150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Escalabilidade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25871" y="9179633"/>
            <a:ext cx="3583734" cy="218856"/>
            <a:chOff x="0" y="0"/>
            <a:chExt cx="4778312" cy="2918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78316" cy="291806"/>
            </a:xfrm>
            <a:custGeom>
              <a:avLst/>
              <a:gdLst/>
              <a:ahLst/>
              <a:cxnLst/>
              <a:rect r="r" b="b" t="t" l="l"/>
              <a:pathLst>
                <a:path h="291806" w="4778316">
                  <a:moveTo>
                    <a:pt x="0" y="0"/>
                  </a:moveTo>
                  <a:lnTo>
                    <a:pt x="4778316" y="0"/>
                  </a:lnTo>
                  <a:lnTo>
                    <a:pt x="4778316" y="291806"/>
                  </a:lnTo>
                  <a:lnTo>
                    <a:pt x="0" y="2918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066" r="0" b="-26906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778312" cy="32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Criar VMs em minutos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4869809" y="8670846"/>
            <a:ext cx="3862673" cy="908142"/>
          </a:xfrm>
          <a:custGeom>
            <a:avLst/>
            <a:gdLst/>
            <a:ahLst/>
            <a:cxnLst/>
            <a:rect r="r" b="b" t="t" l="l"/>
            <a:pathLst>
              <a:path h="908142" w="3862673">
                <a:moveTo>
                  <a:pt x="0" y="0"/>
                </a:moveTo>
                <a:lnTo>
                  <a:pt x="3862673" y="0"/>
                </a:lnTo>
                <a:lnTo>
                  <a:pt x="3862673" y="908142"/>
                </a:lnTo>
                <a:lnTo>
                  <a:pt x="0" y="9081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5077673" y="8878710"/>
            <a:ext cx="218856" cy="218856"/>
            <a:chOff x="0" y="0"/>
            <a:chExt cx="291808" cy="2918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9144" y="0"/>
              <a:ext cx="273558" cy="290322"/>
            </a:xfrm>
            <a:custGeom>
              <a:avLst/>
              <a:gdLst/>
              <a:ahLst/>
              <a:cxnLst/>
              <a:rect r="r" b="b" t="t" l="l"/>
              <a:pathLst>
                <a:path h="290322" w="273558">
                  <a:moveTo>
                    <a:pt x="136779" y="0"/>
                  </a:moveTo>
                  <a:cubicBezTo>
                    <a:pt x="139446" y="0"/>
                    <a:pt x="141986" y="508"/>
                    <a:pt x="144399" y="1651"/>
                  </a:cubicBezTo>
                  <a:lnTo>
                    <a:pt x="251714" y="47244"/>
                  </a:lnTo>
                  <a:cubicBezTo>
                    <a:pt x="264287" y="52578"/>
                    <a:pt x="273558" y="64897"/>
                    <a:pt x="273558" y="79883"/>
                  </a:cubicBezTo>
                  <a:cubicBezTo>
                    <a:pt x="273304" y="136398"/>
                    <a:pt x="250063" y="239903"/>
                    <a:pt x="151765" y="286893"/>
                  </a:cubicBezTo>
                  <a:cubicBezTo>
                    <a:pt x="142240" y="291465"/>
                    <a:pt x="131191" y="291465"/>
                    <a:pt x="121666" y="286893"/>
                  </a:cubicBezTo>
                  <a:cubicBezTo>
                    <a:pt x="23495" y="239776"/>
                    <a:pt x="254" y="136271"/>
                    <a:pt x="0" y="79756"/>
                  </a:cubicBezTo>
                  <a:cubicBezTo>
                    <a:pt x="0" y="64770"/>
                    <a:pt x="9271" y="52451"/>
                    <a:pt x="21844" y="47117"/>
                  </a:cubicBezTo>
                  <a:lnTo>
                    <a:pt x="129159" y="1651"/>
                  </a:lnTo>
                  <a:cubicBezTo>
                    <a:pt x="131572" y="508"/>
                    <a:pt x="134112" y="0"/>
                    <a:pt x="136779" y="0"/>
                  </a:cubicBezTo>
                  <a:close/>
                  <a:moveTo>
                    <a:pt x="136779" y="38100"/>
                  </a:moveTo>
                  <a:lnTo>
                    <a:pt x="136779" y="253619"/>
                  </a:lnTo>
                  <a:cubicBezTo>
                    <a:pt x="215392" y="215519"/>
                    <a:pt x="236601" y="131191"/>
                    <a:pt x="237109" y="80645"/>
                  </a:cubicBezTo>
                  <a:lnTo>
                    <a:pt x="136779" y="3810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433308" y="8816873"/>
            <a:ext cx="1155147" cy="308039"/>
            <a:chOff x="0" y="0"/>
            <a:chExt cx="1367841" cy="36475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67838" cy="364756"/>
            </a:xfrm>
            <a:custGeom>
              <a:avLst/>
              <a:gdLst/>
              <a:ahLst/>
              <a:cxnLst/>
              <a:rect r="r" b="b" t="t" l="l"/>
              <a:pathLst>
                <a:path h="364756" w="1367838">
                  <a:moveTo>
                    <a:pt x="0" y="0"/>
                  </a:moveTo>
                  <a:lnTo>
                    <a:pt x="1367838" y="0"/>
                  </a:lnTo>
                  <a:lnTo>
                    <a:pt x="1367838" y="364756"/>
                  </a:lnTo>
                  <a:lnTo>
                    <a:pt x="0" y="3647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069" r="0" b="-2306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367841" cy="402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0"/>
                </a:lnSpc>
              </a:pPr>
              <a:r>
                <a:rPr lang="en-US" b="true" sz="150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Isolamento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050317" y="9179633"/>
            <a:ext cx="3583734" cy="218856"/>
            <a:chOff x="0" y="0"/>
            <a:chExt cx="4778312" cy="2918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78316" cy="291806"/>
            </a:xfrm>
            <a:custGeom>
              <a:avLst/>
              <a:gdLst/>
              <a:ahLst/>
              <a:cxnLst/>
              <a:rect r="r" b="b" t="t" l="l"/>
              <a:pathLst>
                <a:path h="291806" w="4778316">
                  <a:moveTo>
                    <a:pt x="0" y="0"/>
                  </a:moveTo>
                  <a:lnTo>
                    <a:pt x="4778316" y="0"/>
                  </a:lnTo>
                  <a:lnTo>
                    <a:pt x="4778316" y="291806"/>
                  </a:lnTo>
                  <a:lnTo>
                    <a:pt x="0" y="2918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9066" r="0" b="-26906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4778312" cy="32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9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VMs independentes e seguras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9852250" y="5072482"/>
            <a:ext cx="6724650" cy="4810125"/>
          </a:xfrm>
          <a:custGeom>
            <a:avLst/>
            <a:gdLst/>
            <a:ahLst/>
            <a:cxnLst/>
            <a:rect r="r" b="b" t="t" l="l"/>
            <a:pathLst>
              <a:path h="4810125" w="6724650">
                <a:moveTo>
                  <a:pt x="0" y="0"/>
                </a:moveTo>
                <a:lnTo>
                  <a:pt x="6724650" y="0"/>
                </a:lnTo>
                <a:lnTo>
                  <a:pt x="6724650" y="4810125"/>
                </a:lnTo>
                <a:lnTo>
                  <a:pt x="0" y="48101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0149907" y="539156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0485663" y="5291823"/>
            <a:ext cx="5986462" cy="479584"/>
            <a:chOff x="0" y="0"/>
            <a:chExt cx="7981950" cy="63944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981950" cy="639445"/>
            </a:xfrm>
            <a:custGeom>
              <a:avLst/>
              <a:gdLst/>
              <a:ahLst/>
              <a:cxnLst/>
              <a:rect r="r" b="b" t="t" l="l"/>
              <a:pathLst>
                <a:path h="639445" w="7981950">
                  <a:moveTo>
                    <a:pt x="0" y="0"/>
                  </a:moveTo>
                  <a:lnTo>
                    <a:pt x="7981950" y="0"/>
                  </a:lnTo>
                  <a:lnTo>
                    <a:pt x="7981950" y="639445"/>
                  </a:lnTo>
                  <a:lnTo>
                    <a:pt x="0" y="639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516" r="0" b="-18493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7981950" cy="69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Sistemas Operacionais e Softwares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42763" y="5905919"/>
            <a:ext cx="6172200" cy="1028700"/>
            <a:chOff x="0" y="0"/>
            <a:chExt cx="8229600" cy="1371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22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229600">
                  <a:moveTo>
                    <a:pt x="76200" y="0"/>
                  </a:moveTo>
                  <a:lnTo>
                    <a:pt x="8001000" y="0"/>
                  </a:lnTo>
                  <a:cubicBezTo>
                    <a:pt x="8127111" y="0"/>
                    <a:pt x="8229600" y="102489"/>
                    <a:pt x="8229600" y="228600"/>
                  </a:cubicBezTo>
                  <a:lnTo>
                    <a:pt x="8229600" y="1143000"/>
                  </a:lnTo>
                  <a:cubicBezTo>
                    <a:pt x="8229600" y="1269111"/>
                    <a:pt x="8127111" y="1371600"/>
                    <a:pt x="8001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142763" y="5905919"/>
            <a:ext cx="57150" cy="1028700"/>
            <a:chOff x="0" y="0"/>
            <a:chExt cx="76200" cy="1371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0385650" y="6134519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0742838" y="6038839"/>
            <a:ext cx="1493936" cy="381430"/>
            <a:chOff x="0" y="0"/>
            <a:chExt cx="1790700" cy="457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90700" cy="457200"/>
            </a:xfrm>
            <a:custGeom>
              <a:avLst/>
              <a:gdLst/>
              <a:ahLst/>
              <a:cxnLst/>
              <a:rect r="r" b="b" t="t" l="l"/>
              <a:pathLst>
                <a:path h="4572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17907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Proxmox VE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342788" y="6477419"/>
            <a:ext cx="5900738" cy="285750"/>
            <a:chOff x="0" y="0"/>
            <a:chExt cx="7867650" cy="381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86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7867650">
                  <a:moveTo>
                    <a:pt x="0" y="0"/>
                  </a:moveTo>
                  <a:lnTo>
                    <a:pt x="7867650" y="0"/>
                  </a:lnTo>
                  <a:lnTo>
                    <a:pt x="7867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2366" r="0" b="-35236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8676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Sistema Operacional para Virtualização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142763" y="7248944"/>
            <a:ext cx="6172200" cy="1028700"/>
            <a:chOff x="0" y="0"/>
            <a:chExt cx="8229600" cy="1371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22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229600">
                  <a:moveTo>
                    <a:pt x="76200" y="0"/>
                  </a:moveTo>
                  <a:lnTo>
                    <a:pt x="8001000" y="0"/>
                  </a:lnTo>
                  <a:cubicBezTo>
                    <a:pt x="8127111" y="0"/>
                    <a:pt x="8229600" y="102489"/>
                    <a:pt x="8229600" y="228600"/>
                  </a:cubicBezTo>
                  <a:lnTo>
                    <a:pt x="8229600" y="1143000"/>
                  </a:lnTo>
                  <a:cubicBezTo>
                    <a:pt x="8229600" y="1269111"/>
                    <a:pt x="8127111" y="1371600"/>
                    <a:pt x="8001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142763" y="7248944"/>
            <a:ext cx="57150" cy="1028700"/>
            <a:chOff x="0" y="0"/>
            <a:chExt cx="76200" cy="1371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742838" y="7401344"/>
            <a:ext cx="1323212" cy="381000"/>
            <a:chOff x="0" y="0"/>
            <a:chExt cx="1764282" cy="5080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764282" cy="508000"/>
            </a:xfrm>
            <a:custGeom>
              <a:avLst/>
              <a:gdLst/>
              <a:ahLst/>
              <a:cxnLst/>
              <a:rect r="r" b="b" t="t" l="l"/>
              <a:pathLst>
                <a:path h="508000" w="1764282">
                  <a:moveTo>
                    <a:pt x="0" y="0"/>
                  </a:moveTo>
                  <a:lnTo>
                    <a:pt x="1764282" y="0"/>
                  </a:lnTo>
                  <a:lnTo>
                    <a:pt x="1764282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5" r="28735" b="677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1764282" cy="57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VMWare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342788" y="7820444"/>
            <a:ext cx="5900738" cy="285750"/>
            <a:chOff x="0" y="0"/>
            <a:chExt cx="7867650" cy="381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86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7867650">
                  <a:moveTo>
                    <a:pt x="0" y="0"/>
                  </a:moveTo>
                  <a:lnTo>
                    <a:pt x="7867650" y="0"/>
                  </a:lnTo>
                  <a:lnTo>
                    <a:pt x="7867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2366" r="0" b="-35236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78676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Software para Virtualização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142763" y="8591969"/>
            <a:ext cx="6172200" cy="1028700"/>
            <a:chOff x="0" y="0"/>
            <a:chExt cx="8229600" cy="1371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22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229600">
                  <a:moveTo>
                    <a:pt x="76200" y="0"/>
                  </a:moveTo>
                  <a:lnTo>
                    <a:pt x="8001000" y="0"/>
                  </a:lnTo>
                  <a:cubicBezTo>
                    <a:pt x="8127111" y="0"/>
                    <a:pt x="8229600" y="102489"/>
                    <a:pt x="8229600" y="228600"/>
                  </a:cubicBezTo>
                  <a:lnTo>
                    <a:pt x="8229600" y="1143000"/>
                  </a:lnTo>
                  <a:cubicBezTo>
                    <a:pt x="8229600" y="1269111"/>
                    <a:pt x="8127111" y="1371600"/>
                    <a:pt x="80010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142763" y="8591969"/>
            <a:ext cx="57150" cy="1028700"/>
            <a:chOff x="0" y="0"/>
            <a:chExt cx="76200" cy="1371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1579B"/>
            </a:solidFill>
          </p:spPr>
        </p:sp>
      </p:grpSp>
      <p:sp>
        <p:nvSpPr>
          <p:cNvPr name="Freeform 97" id="97"/>
          <p:cNvSpPr/>
          <p:nvPr/>
        </p:nvSpPr>
        <p:spPr>
          <a:xfrm flipH="false" flipV="false" rot="0">
            <a:off x="10385650" y="8820569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10664625" y="8744369"/>
            <a:ext cx="1650362" cy="381000"/>
            <a:chOff x="0" y="0"/>
            <a:chExt cx="2035478" cy="46990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35478" cy="469907"/>
            </a:xfrm>
            <a:custGeom>
              <a:avLst/>
              <a:gdLst/>
              <a:ahLst/>
              <a:cxnLst/>
              <a:rect r="r" b="b" t="t" l="l"/>
              <a:pathLst>
                <a:path h="469907" w="2035478">
                  <a:moveTo>
                    <a:pt x="0" y="0"/>
                  </a:moveTo>
                  <a:lnTo>
                    <a:pt x="2035478" y="0"/>
                  </a:lnTo>
                  <a:lnTo>
                    <a:pt x="2035478" y="469907"/>
                  </a:lnTo>
                  <a:lnTo>
                    <a:pt x="0" y="4699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6" r="31679" b="-631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2035478" cy="536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Virtual Box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342788" y="9163469"/>
            <a:ext cx="5900738" cy="285750"/>
            <a:chOff x="0" y="0"/>
            <a:chExt cx="7867650" cy="3810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86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7867650">
                  <a:moveTo>
                    <a:pt x="0" y="0"/>
                  </a:moveTo>
                  <a:lnTo>
                    <a:pt x="7867650" y="0"/>
                  </a:lnTo>
                  <a:lnTo>
                    <a:pt x="7867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2366" r="0" b="-35236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8676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Softwares para Virtualização</a:t>
              </a: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0">
            <a:off x="10385650" y="7477544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10641040" y="1964312"/>
            <a:ext cx="5831085" cy="2645150"/>
          </a:xfrm>
          <a:custGeom>
            <a:avLst/>
            <a:gdLst/>
            <a:ahLst/>
            <a:cxnLst/>
            <a:rect r="r" b="b" t="t" l="l"/>
            <a:pathLst>
              <a:path h="2645150" w="5831085">
                <a:moveTo>
                  <a:pt x="0" y="0"/>
                </a:moveTo>
                <a:lnTo>
                  <a:pt x="5831085" y="0"/>
                </a:lnTo>
                <a:lnTo>
                  <a:pt x="5831085" y="2645150"/>
                </a:lnTo>
                <a:lnTo>
                  <a:pt x="0" y="264515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093" y="-91557"/>
            <a:ext cx="18420793" cy="10492857"/>
            <a:chOff x="0" y="0"/>
            <a:chExt cx="240792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07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079200">
                  <a:moveTo>
                    <a:pt x="0" y="0"/>
                  </a:moveTo>
                  <a:lnTo>
                    <a:pt x="24079200" y="0"/>
                  </a:lnTo>
                  <a:lnTo>
                    <a:pt x="24079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9966" y="636956"/>
            <a:ext cx="685952" cy="685952"/>
            <a:chOff x="0" y="0"/>
            <a:chExt cx="914603" cy="914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527" cy="914527"/>
            </a:xfrm>
            <a:custGeom>
              <a:avLst/>
              <a:gdLst/>
              <a:ahLst/>
              <a:cxnLst/>
              <a:rect r="r" b="b" t="t" l="l"/>
              <a:pathLst>
                <a:path h="914527" w="914527">
                  <a:moveTo>
                    <a:pt x="195961" y="0"/>
                  </a:moveTo>
                  <a:lnTo>
                    <a:pt x="718566" y="0"/>
                  </a:lnTo>
                  <a:cubicBezTo>
                    <a:pt x="826770" y="0"/>
                    <a:pt x="914527" y="87757"/>
                    <a:pt x="914527" y="195961"/>
                  </a:cubicBezTo>
                  <a:lnTo>
                    <a:pt x="914527" y="718566"/>
                  </a:lnTo>
                  <a:cubicBezTo>
                    <a:pt x="914527" y="826770"/>
                    <a:pt x="826770" y="914527"/>
                    <a:pt x="718566" y="914527"/>
                  </a:cubicBezTo>
                  <a:lnTo>
                    <a:pt x="195961" y="914527"/>
                  </a:lnTo>
                  <a:cubicBezTo>
                    <a:pt x="87757" y="914654"/>
                    <a:pt x="0" y="826897"/>
                    <a:pt x="0" y="718566"/>
                  </a:cubicBezTo>
                  <a:lnTo>
                    <a:pt x="0" y="195961"/>
                  </a:lnTo>
                  <a:cubicBezTo>
                    <a:pt x="0" y="87757"/>
                    <a:pt x="87757" y="0"/>
                    <a:pt x="1959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04326" y="832942"/>
            <a:ext cx="257232" cy="293980"/>
          </a:xfrm>
          <a:custGeom>
            <a:avLst/>
            <a:gdLst/>
            <a:ahLst/>
            <a:cxnLst/>
            <a:rect r="r" b="b" t="t" l="l"/>
            <a:pathLst>
              <a:path h="293980" w="257232">
                <a:moveTo>
                  <a:pt x="0" y="0"/>
                </a:moveTo>
                <a:lnTo>
                  <a:pt x="257232" y="0"/>
                </a:lnTo>
                <a:lnTo>
                  <a:pt x="257232" y="293980"/>
                </a:lnTo>
                <a:lnTo>
                  <a:pt x="0" y="2939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71905" y="335548"/>
            <a:ext cx="7225750" cy="743060"/>
            <a:chOff x="0" y="0"/>
            <a:chExt cx="7187899" cy="7391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7890" cy="739167"/>
            </a:xfrm>
            <a:custGeom>
              <a:avLst/>
              <a:gdLst/>
              <a:ahLst/>
              <a:cxnLst/>
              <a:rect r="r" b="b" t="t" l="l"/>
              <a:pathLst>
                <a:path h="739167" w="7187890">
                  <a:moveTo>
                    <a:pt x="0" y="0"/>
                  </a:moveTo>
                  <a:lnTo>
                    <a:pt x="7187890" y="0"/>
                  </a:lnTo>
                  <a:lnTo>
                    <a:pt x="7187890" y="739167"/>
                  </a:lnTo>
                  <a:lnTo>
                    <a:pt x="0" y="7391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7023" r="25472" b="-854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7187899" cy="7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50"/>
                </a:lnSpc>
              </a:pPr>
              <a:r>
                <a:rPr lang="en-US" sz="3472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Container LXC e PXE Boot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905" y="979932"/>
            <a:ext cx="4017731" cy="351551"/>
            <a:chOff x="0" y="0"/>
            <a:chExt cx="5226304" cy="4573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26310" cy="457302"/>
            </a:xfrm>
            <a:custGeom>
              <a:avLst/>
              <a:gdLst/>
              <a:ahLst/>
              <a:cxnLst/>
              <a:rect r="r" b="b" t="t" l="l"/>
              <a:pathLst>
                <a:path h="457302" w="5226310">
                  <a:moveTo>
                    <a:pt x="0" y="0"/>
                  </a:moveTo>
                  <a:lnTo>
                    <a:pt x="5226310" y="0"/>
                  </a:lnTo>
                  <a:lnTo>
                    <a:pt x="5226310" y="457302"/>
                  </a:lnTo>
                  <a:lnTo>
                    <a:pt x="0" y="4573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686" r="0" b="-17268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226304" cy="504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7"/>
                </a:lnSpc>
              </a:pPr>
              <a:r>
                <a:rPr lang="en-US" sz="1929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Proteção e Centralização dos Dados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905" y="1420901"/>
            <a:ext cx="1175918" cy="48997"/>
            <a:chOff x="0" y="0"/>
            <a:chExt cx="1567891" cy="653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67815" cy="65278"/>
            </a:xfrm>
            <a:custGeom>
              <a:avLst/>
              <a:gdLst/>
              <a:ahLst/>
              <a:cxnLst/>
              <a:rect r="r" b="b" t="t" l="l"/>
              <a:pathLst>
                <a:path h="65278" w="1567815">
                  <a:moveTo>
                    <a:pt x="32639" y="0"/>
                  </a:moveTo>
                  <a:lnTo>
                    <a:pt x="1535176" y="0"/>
                  </a:lnTo>
                  <a:cubicBezTo>
                    <a:pt x="1553210" y="0"/>
                    <a:pt x="1567815" y="14605"/>
                    <a:pt x="1567815" y="32639"/>
                  </a:cubicBezTo>
                  <a:cubicBezTo>
                    <a:pt x="1567815" y="50673"/>
                    <a:pt x="1553210" y="65278"/>
                    <a:pt x="1535176" y="65278"/>
                  </a:cubicBezTo>
                  <a:lnTo>
                    <a:pt x="32639" y="65278"/>
                  </a:lnTo>
                  <a:cubicBezTo>
                    <a:pt x="14605" y="65278"/>
                    <a:pt x="0" y="50673"/>
                    <a:pt x="0" y="32639"/>
                  </a:cubicBezTo>
                  <a:cubicBezTo>
                    <a:pt x="0" y="14605"/>
                    <a:pt x="14605" y="0"/>
                    <a:pt x="32639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16814" y="1757077"/>
            <a:ext cx="8686943" cy="4966767"/>
            <a:chOff x="0" y="0"/>
            <a:chExt cx="2287919" cy="1308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7919" cy="1308120"/>
            </a:xfrm>
            <a:custGeom>
              <a:avLst/>
              <a:gdLst/>
              <a:ahLst/>
              <a:cxnLst/>
              <a:rect r="r" b="b" t="t" l="l"/>
              <a:pathLst>
                <a:path h="1308120" w="2287919">
                  <a:moveTo>
                    <a:pt x="45452" y="0"/>
                  </a:moveTo>
                  <a:lnTo>
                    <a:pt x="2242467" y="0"/>
                  </a:lnTo>
                  <a:cubicBezTo>
                    <a:pt x="2267570" y="0"/>
                    <a:pt x="2287919" y="20350"/>
                    <a:pt x="2287919" y="45452"/>
                  </a:cubicBezTo>
                  <a:lnTo>
                    <a:pt x="2287919" y="1262668"/>
                  </a:lnTo>
                  <a:cubicBezTo>
                    <a:pt x="2287919" y="1287770"/>
                    <a:pt x="2267570" y="1308120"/>
                    <a:pt x="2242467" y="1308120"/>
                  </a:cubicBezTo>
                  <a:lnTo>
                    <a:pt x="45452" y="1308120"/>
                  </a:lnTo>
                  <a:cubicBezTo>
                    <a:pt x="20350" y="1308120"/>
                    <a:pt x="0" y="1287770"/>
                    <a:pt x="0" y="1262668"/>
                  </a:cubicBezTo>
                  <a:lnTo>
                    <a:pt x="0" y="45452"/>
                  </a:lnTo>
                  <a:cubicBezTo>
                    <a:pt x="0" y="20350"/>
                    <a:pt x="20350" y="0"/>
                    <a:pt x="45452" y="0"/>
                  </a:cubicBezTo>
                  <a:close/>
                </a:path>
              </a:pathLst>
            </a:custGeom>
            <a:solidFill>
              <a:srgbClr val="BEE2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87919" cy="1346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14568" y="2184470"/>
            <a:ext cx="257232" cy="293980"/>
          </a:xfrm>
          <a:custGeom>
            <a:avLst/>
            <a:gdLst/>
            <a:ahLst/>
            <a:cxnLst/>
            <a:rect r="r" b="b" t="t" l="l"/>
            <a:pathLst>
              <a:path h="293980" w="257232">
                <a:moveTo>
                  <a:pt x="0" y="0"/>
                </a:moveTo>
                <a:lnTo>
                  <a:pt x="257233" y="0"/>
                </a:lnTo>
                <a:lnTo>
                  <a:pt x="257233" y="293979"/>
                </a:lnTo>
                <a:lnTo>
                  <a:pt x="0" y="293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22191" y="2097373"/>
            <a:ext cx="7802718" cy="488289"/>
            <a:chOff x="0" y="0"/>
            <a:chExt cx="10403624" cy="6510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03622" cy="651051"/>
            </a:xfrm>
            <a:custGeom>
              <a:avLst/>
              <a:gdLst/>
              <a:ahLst/>
              <a:cxnLst/>
              <a:rect r="r" b="b" t="t" l="l"/>
              <a:pathLst>
                <a:path h="651051" w="10403622">
                  <a:moveTo>
                    <a:pt x="0" y="0"/>
                  </a:moveTo>
                  <a:lnTo>
                    <a:pt x="10403622" y="0"/>
                  </a:lnTo>
                  <a:lnTo>
                    <a:pt x="10403622" y="651051"/>
                  </a:lnTo>
                  <a:lnTo>
                    <a:pt x="0" y="6510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1228" r="0" b="-25150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0403624" cy="670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5"/>
                </a:lnSpc>
              </a:pPr>
              <a:r>
                <a:rPr lang="en-US" b="true" sz="231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 que é um Container?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4326" y="2623788"/>
            <a:ext cx="8133445" cy="1366910"/>
            <a:chOff x="0" y="0"/>
            <a:chExt cx="10844594" cy="18225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44592" cy="1822549"/>
            </a:xfrm>
            <a:custGeom>
              <a:avLst/>
              <a:gdLst/>
              <a:ahLst/>
              <a:cxnLst/>
              <a:rect r="r" b="b" t="t" l="l"/>
              <a:pathLst>
                <a:path h="1822549" w="10844592">
                  <a:moveTo>
                    <a:pt x="0" y="0"/>
                  </a:moveTo>
                  <a:lnTo>
                    <a:pt x="10844592" y="0"/>
                  </a:lnTo>
                  <a:lnTo>
                    <a:pt x="10844592" y="1822549"/>
                  </a:lnTo>
                  <a:lnTo>
                    <a:pt x="0" y="18225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511" r="0" b="-5536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0844594" cy="1917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1735" b="true">
                  <a:solidFill>
                    <a:srgbClr val="26323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LXC (Linux Containers)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é uma t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cn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og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ia de vir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aliza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çã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leve a nível de sistema operacional, integrada nativamente a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kernel L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inux. Diferente das máquinas virtuais (VMs), que emulam hardware completo, </a:t>
              </a:r>
              <a:r>
                <a:rPr lang="en-US" sz="1735">
                  <a:solidFill>
                    <a:srgbClr val="00A8E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os containers compartilham o mesmo kernel do sistema hospedeiro</a:t>
              </a:r>
              <a:r>
                <a:rPr lang="en-US" sz="173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mas ainda com usuário isolados.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56047" y="4028824"/>
            <a:ext cx="8030004" cy="2383136"/>
          </a:xfrm>
          <a:custGeom>
            <a:avLst/>
            <a:gdLst/>
            <a:ahLst/>
            <a:cxnLst/>
            <a:rect r="r" b="b" t="t" l="l"/>
            <a:pathLst>
              <a:path h="2383136" w="8030004">
                <a:moveTo>
                  <a:pt x="0" y="0"/>
                </a:moveTo>
                <a:lnTo>
                  <a:pt x="8030003" y="0"/>
                </a:lnTo>
                <a:lnTo>
                  <a:pt x="8030003" y="2383136"/>
                </a:lnTo>
                <a:lnTo>
                  <a:pt x="0" y="2383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2181" y="4289457"/>
            <a:ext cx="195986" cy="195986"/>
          </a:xfrm>
          <a:custGeom>
            <a:avLst/>
            <a:gdLst/>
            <a:ahLst/>
            <a:cxnLst/>
            <a:rect r="r" b="b" t="t" l="l"/>
            <a:pathLst>
              <a:path h="195986" w="195986">
                <a:moveTo>
                  <a:pt x="0" y="0"/>
                </a:moveTo>
                <a:lnTo>
                  <a:pt x="195987" y="0"/>
                </a:lnTo>
                <a:lnTo>
                  <a:pt x="195987" y="195986"/>
                </a:lnTo>
                <a:lnTo>
                  <a:pt x="0" y="195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231040" y="4194662"/>
            <a:ext cx="7459742" cy="329303"/>
            <a:chOff x="0" y="0"/>
            <a:chExt cx="9946322" cy="439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46320" cy="439072"/>
            </a:xfrm>
            <a:custGeom>
              <a:avLst/>
              <a:gdLst/>
              <a:ahLst/>
              <a:cxnLst/>
              <a:rect r="r" b="b" t="t" l="l"/>
              <a:pathLst>
                <a:path h="439072" w="9946320">
                  <a:moveTo>
                    <a:pt x="0" y="0"/>
                  </a:moveTo>
                  <a:lnTo>
                    <a:pt x="9946320" y="0"/>
                  </a:lnTo>
                  <a:lnTo>
                    <a:pt x="9946320" y="439072"/>
                  </a:lnTo>
                  <a:lnTo>
                    <a:pt x="0" y="4390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6759" r="0" b="-38603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946322" cy="496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7"/>
                </a:lnSpc>
              </a:pPr>
              <a:r>
                <a:rPr lang="en-US" b="true" sz="1543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Benefícios de usar Containers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7683" y="4681430"/>
            <a:ext cx="391973" cy="391973"/>
            <a:chOff x="0" y="0"/>
            <a:chExt cx="522630" cy="5226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2605" cy="522605"/>
            </a:xfrm>
            <a:custGeom>
              <a:avLst/>
              <a:gdLst/>
              <a:ahLst/>
              <a:cxnLst/>
              <a:rect r="r" b="b" t="t" l="l"/>
              <a:pathLst>
                <a:path h="522605" w="522605">
                  <a:moveTo>
                    <a:pt x="261366" y="0"/>
                  </a:moveTo>
                  <a:cubicBezTo>
                    <a:pt x="405511" y="0"/>
                    <a:pt x="522605" y="117094"/>
                    <a:pt x="522605" y="261366"/>
                  </a:cubicBezTo>
                  <a:cubicBezTo>
                    <a:pt x="522605" y="405638"/>
                    <a:pt x="405511" y="522605"/>
                    <a:pt x="261366" y="522605"/>
                  </a:cubicBezTo>
                  <a:cubicBezTo>
                    <a:pt x="117221" y="522605"/>
                    <a:pt x="0" y="405511"/>
                    <a:pt x="0" y="261366"/>
                  </a:cubicBezTo>
                  <a:cubicBezTo>
                    <a:pt x="0" y="117221"/>
                    <a:pt x="117094" y="0"/>
                    <a:pt x="261366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070267" y="4791672"/>
            <a:ext cx="192919" cy="171488"/>
          </a:xfrm>
          <a:custGeom>
            <a:avLst/>
            <a:gdLst/>
            <a:ahLst/>
            <a:cxnLst/>
            <a:rect r="r" b="b" t="t" l="l"/>
            <a:pathLst>
              <a:path h="171488" w="192919">
                <a:moveTo>
                  <a:pt x="0" y="0"/>
                </a:moveTo>
                <a:lnTo>
                  <a:pt x="192919" y="0"/>
                </a:lnTo>
                <a:lnTo>
                  <a:pt x="192919" y="171488"/>
                </a:lnTo>
                <a:lnTo>
                  <a:pt x="0" y="1714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506645" y="4681430"/>
            <a:ext cx="3246025" cy="280130"/>
            <a:chOff x="0" y="0"/>
            <a:chExt cx="4328033" cy="3735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28038" cy="373507"/>
            </a:xfrm>
            <a:custGeom>
              <a:avLst/>
              <a:gdLst/>
              <a:ahLst/>
              <a:cxnLst/>
              <a:rect r="r" b="b" t="t" l="l"/>
              <a:pathLst>
                <a:path h="373507" w="4328038">
                  <a:moveTo>
                    <a:pt x="0" y="0"/>
                  </a:moveTo>
                  <a:lnTo>
                    <a:pt x="4328038" y="0"/>
                  </a:lnTo>
                  <a:lnTo>
                    <a:pt x="4328038" y="373507"/>
                  </a:lnTo>
                  <a:lnTo>
                    <a:pt x="0" y="3735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057" r="0" b="-1695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328033" cy="402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50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</a:t>
              </a:r>
              <a:r>
                <a:rPr lang="en-US" b="true" sz="13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eveza e Eficiência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06645" y="4921216"/>
            <a:ext cx="3319524" cy="201183"/>
            <a:chOff x="0" y="0"/>
            <a:chExt cx="4311701" cy="2613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11706" cy="261316"/>
            </a:xfrm>
            <a:custGeom>
              <a:avLst/>
              <a:gdLst/>
              <a:ahLst/>
              <a:cxnLst/>
              <a:rect r="r" b="b" t="t" l="l"/>
              <a:pathLst>
                <a:path h="261316" w="4311706">
                  <a:moveTo>
                    <a:pt x="0" y="0"/>
                  </a:moveTo>
                  <a:lnTo>
                    <a:pt x="4311706" y="0"/>
                  </a:lnTo>
                  <a:lnTo>
                    <a:pt x="4311706" y="261316"/>
                  </a:lnTo>
                  <a:lnTo>
                    <a:pt x="0" y="2613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1502" r="0" b="-2715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311701" cy="28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28"/>
                </a:lnSpc>
              </a:pP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</a:t>
              </a: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ão virtualizam hardware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7683" y="5220392"/>
            <a:ext cx="391973" cy="391973"/>
            <a:chOff x="0" y="0"/>
            <a:chExt cx="522630" cy="5226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2605" cy="522605"/>
            </a:xfrm>
            <a:custGeom>
              <a:avLst/>
              <a:gdLst/>
              <a:ahLst/>
              <a:cxnLst/>
              <a:rect r="r" b="b" t="t" l="l"/>
              <a:pathLst>
                <a:path h="522605" w="522605">
                  <a:moveTo>
                    <a:pt x="261366" y="0"/>
                  </a:moveTo>
                  <a:cubicBezTo>
                    <a:pt x="405511" y="0"/>
                    <a:pt x="522605" y="117094"/>
                    <a:pt x="522605" y="261366"/>
                  </a:cubicBezTo>
                  <a:cubicBezTo>
                    <a:pt x="522605" y="405638"/>
                    <a:pt x="405511" y="522605"/>
                    <a:pt x="261366" y="522605"/>
                  </a:cubicBezTo>
                  <a:cubicBezTo>
                    <a:pt x="117221" y="522605"/>
                    <a:pt x="0" y="405511"/>
                    <a:pt x="0" y="261366"/>
                  </a:cubicBezTo>
                  <a:cubicBezTo>
                    <a:pt x="0" y="117221"/>
                    <a:pt x="117094" y="0"/>
                    <a:pt x="261366" y="0"/>
                  </a:cubicBezTo>
                  <a:close/>
                </a:path>
              </a:pathLst>
            </a:custGeom>
            <a:solidFill>
              <a:srgbClr val="00A8E8">
                <a:alpha val="3922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02424" y="5330635"/>
            <a:ext cx="128616" cy="171488"/>
            <a:chOff x="0" y="0"/>
            <a:chExt cx="171488" cy="2286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-14224"/>
              <a:ext cx="171450" cy="242951"/>
            </a:xfrm>
            <a:custGeom>
              <a:avLst/>
              <a:gdLst/>
              <a:ahLst/>
              <a:cxnLst/>
              <a:rect r="r" b="b" t="t" l="l"/>
              <a:pathLst>
                <a:path h="242951" w="171450">
                  <a:moveTo>
                    <a:pt x="57150" y="57150"/>
                  </a:moveTo>
                  <a:lnTo>
                    <a:pt x="57150" y="85725"/>
                  </a:lnTo>
                  <a:lnTo>
                    <a:pt x="114300" y="85725"/>
                  </a:lnTo>
                  <a:lnTo>
                    <a:pt x="114300" y="57150"/>
                  </a:lnTo>
                  <a:cubicBezTo>
                    <a:pt x="114300" y="41275"/>
                    <a:pt x="101473" y="28575"/>
                    <a:pt x="85725" y="28575"/>
                  </a:cubicBezTo>
                  <a:cubicBezTo>
                    <a:pt x="69977" y="28575"/>
                    <a:pt x="57150" y="41275"/>
                    <a:pt x="57150" y="57150"/>
                  </a:cubicBezTo>
                  <a:close/>
                  <a:moveTo>
                    <a:pt x="28575" y="85725"/>
                  </a:moveTo>
                  <a:lnTo>
                    <a:pt x="28575" y="57150"/>
                  </a:lnTo>
                  <a:cubicBezTo>
                    <a:pt x="28575" y="25527"/>
                    <a:pt x="54102" y="0"/>
                    <a:pt x="85725" y="0"/>
                  </a:cubicBezTo>
                  <a:cubicBezTo>
                    <a:pt x="117348" y="0"/>
                    <a:pt x="142875" y="25527"/>
                    <a:pt x="142875" y="57150"/>
                  </a:cubicBezTo>
                  <a:lnTo>
                    <a:pt x="142875" y="85725"/>
                  </a:lnTo>
                  <a:cubicBezTo>
                    <a:pt x="158623" y="85725"/>
                    <a:pt x="171450" y="98552"/>
                    <a:pt x="171450" y="114300"/>
                  </a:cubicBezTo>
                  <a:lnTo>
                    <a:pt x="171450" y="214376"/>
                  </a:lnTo>
                  <a:cubicBezTo>
                    <a:pt x="171450" y="230124"/>
                    <a:pt x="158623" y="242951"/>
                    <a:pt x="142875" y="242951"/>
                  </a:cubicBezTo>
                  <a:lnTo>
                    <a:pt x="28575" y="242951"/>
                  </a:lnTo>
                  <a:cubicBezTo>
                    <a:pt x="12827" y="242824"/>
                    <a:pt x="0" y="229997"/>
                    <a:pt x="0" y="214249"/>
                  </a:cubicBezTo>
                  <a:lnTo>
                    <a:pt x="0" y="114300"/>
                  </a:lnTo>
                  <a:cubicBezTo>
                    <a:pt x="0" y="98552"/>
                    <a:pt x="12827" y="85725"/>
                    <a:pt x="28575" y="85725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06645" y="5220392"/>
            <a:ext cx="2927547" cy="280130"/>
            <a:chOff x="0" y="0"/>
            <a:chExt cx="3903396" cy="37350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03400" cy="373507"/>
            </a:xfrm>
            <a:custGeom>
              <a:avLst/>
              <a:gdLst/>
              <a:ahLst/>
              <a:cxnLst/>
              <a:rect r="r" b="b" t="t" l="l"/>
              <a:pathLst>
                <a:path h="373507" w="3903400">
                  <a:moveTo>
                    <a:pt x="0" y="0"/>
                  </a:moveTo>
                  <a:lnTo>
                    <a:pt x="3903400" y="0"/>
                  </a:lnTo>
                  <a:lnTo>
                    <a:pt x="3903400" y="373507"/>
                  </a:lnTo>
                  <a:lnTo>
                    <a:pt x="0" y="3735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9904" r="0" b="-14735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903396" cy="402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50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Isol</a:t>
              </a:r>
              <a:r>
                <a:rPr lang="en-US" b="true" sz="13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amento com Baixo Overhead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06645" y="5459953"/>
            <a:ext cx="3478134" cy="200928"/>
            <a:chOff x="0" y="0"/>
            <a:chExt cx="4523461" cy="26131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23465" cy="261316"/>
            </a:xfrm>
            <a:custGeom>
              <a:avLst/>
              <a:gdLst/>
              <a:ahLst/>
              <a:cxnLst/>
              <a:rect r="r" b="b" t="t" l="l"/>
              <a:pathLst>
                <a:path h="261316" w="4523465">
                  <a:moveTo>
                    <a:pt x="0" y="0"/>
                  </a:moveTo>
                  <a:lnTo>
                    <a:pt x="4523465" y="0"/>
                  </a:lnTo>
                  <a:lnTo>
                    <a:pt x="4523465" y="261316"/>
                  </a:lnTo>
                  <a:lnTo>
                    <a:pt x="0" y="2613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9839" r="14068" b="-23983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523461" cy="28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28"/>
                </a:lnSpc>
              </a:pP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Um c</a:t>
              </a: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ontainer comprometido não afeta os demais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7683" y="5759364"/>
            <a:ext cx="391973" cy="391973"/>
            <a:chOff x="0" y="0"/>
            <a:chExt cx="522630" cy="5226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2605" cy="522605"/>
            </a:xfrm>
            <a:custGeom>
              <a:avLst/>
              <a:gdLst/>
              <a:ahLst/>
              <a:cxnLst/>
              <a:rect r="r" b="b" t="t" l="l"/>
              <a:pathLst>
                <a:path h="522605" w="522605">
                  <a:moveTo>
                    <a:pt x="261366" y="0"/>
                  </a:moveTo>
                  <a:cubicBezTo>
                    <a:pt x="405511" y="0"/>
                    <a:pt x="522605" y="117094"/>
                    <a:pt x="522605" y="261366"/>
                  </a:cubicBezTo>
                  <a:cubicBezTo>
                    <a:pt x="522605" y="405638"/>
                    <a:pt x="405511" y="522605"/>
                    <a:pt x="261366" y="522605"/>
                  </a:cubicBezTo>
                  <a:cubicBezTo>
                    <a:pt x="117221" y="522605"/>
                    <a:pt x="0" y="405511"/>
                    <a:pt x="0" y="261366"/>
                  </a:cubicBezTo>
                  <a:cubicBezTo>
                    <a:pt x="0" y="117221"/>
                    <a:pt x="117094" y="0"/>
                    <a:pt x="261366" y="0"/>
                  </a:cubicBezTo>
                  <a:close/>
                </a:path>
              </a:pathLst>
            </a:custGeom>
            <a:solidFill>
              <a:srgbClr val="01579B">
                <a:alpha val="3922"/>
              </a:srgbClr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1091708" y="5869607"/>
            <a:ext cx="150057" cy="171488"/>
          </a:xfrm>
          <a:custGeom>
            <a:avLst/>
            <a:gdLst/>
            <a:ahLst/>
            <a:cxnLst/>
            <a:rect r="r" b="b" t="t" l="l"/>
            <a:pathLst>
              <a:path h="171488" w="150057">
                <a:moveTo>
                  <a:pt x="0" y="0"/>
                </a:moveTo>
                <a:lnTo>
                  <a:pt x="150057" y="0"/>
                </a:lnTo>
                <a:lnTo>
                  <a:pt x="150057" y="171488"/>
                </a:lnTo>
                <a:lnTo>
                  <a:pt x="0" y="1714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516170" y="5756130"/>
            <a:ext cx="5002391" cy="280130"/>
            <a:chOff x="0" y="0"/>
            <a:chExt cx="6669855" cy="37350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69859" cy="373507"/>
            </a:xfrm>
            <a:custGeom>
              <a:avLst/>
              <a:gdLst/>
              <a:ahLst/>
              <a:cxnLst/>
              <a:rect r="r" b="b" t="t" l="l"/>
              <a:pathLst>
                <a:path h="373507" w="6669859">
                  <a:moveTo>
                    <a:pt x="0" y="0"/>
                  </a:moveTo>
                  <a:lnTo>
                    <a:pt x="6669859" y="0"/>
                  </a:lnTo>
                  <a:lnTo>
                    <a:pt x="6669859" y="373507"/>
                  </a:lnTo>
                  <a:lnTo>
                    <a:pt x="0" y="3735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792" r="42946" b="-14224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6669855" cy="402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50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Fa</a:t>
              </a:r>
              <a:r>
                <a:rPr lang="en-US" b="true" sz="13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cilidade de Gerenciamento e Portabilidade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06645" y="6014553"/>
            <a:ext cx="6136685" cy="201900"/>
            <a:chOff x="0" y="0"/>
            <a:chExt cx="7942599" cy="26131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942603" cy="261316"/>
            </a:xfrm>
            <a:custGeom>
              <a:avLst/>
              <a:gdLst/>
              <a:ahLst/>
              <a:cxnLst/>
              <a:rect r="r" b="b" t="t" l="l"/>
              <a:pathLst>
                <a:path h="261316" w="7942603">
                  <a:moveTo>
                    <a:pt x="0" y="0"/>
                  </a:moveTo>
                  <a:lnTo>
                    <a:pt x="7942603" y="0"/>
                  </a:lnTo>
                  <a:lnTo>
                    <a:pt x="7942603" y="261316"/>
                  </a:lnTo>
                  <a:lnTo>
                    <a:pt x="0" y="2613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2532" r="52294" b="-23253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942599" cy="28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28"/>
                </a:lnSpc>
              </a:pP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Po</a:t>
              </a: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 ser criado, clonado, movido ou transformado em template com poucos cliques.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9237107" y="1757077"/>
            <a:ext cx="8575767" cy="4913271"/>
          </a:xfrm>
          <a:custGeom>
            <a:avLst/>
            <a:gdLst/>
            <a:ahLst/>
            <a:cxnLst/>
            <a:rect r="r" b="b" t="t" l="l"/>
            <a:pathLst>
              <a:path h="4913271" w="8575767">
                <a:moveTo>
                  <a:pt x="0" y="0"/>
                </a:moveTo>
                <a:lnTo>
                  <a:pt x="8575767" y="0"/>
                </a:lnTo>
                <a:lnTo>
                  <a:pt x="8575767" y="4913271"/>
                </a:lnTo>
                <a:lnTo>
                  <a:pt x="0" y="49132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9969332" y="1950740"/>
            <a:ext cx="7802718" cy="488289"/>
            <a:chOff x="0" y="0"/>
            <a:chExt cx="10403624" cy="6510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03622" cy="651051"/>
            </a:xfrm>
            <a:custGeom>
              <a:avLst/>
              <a:gdLst/>
              <a:ahLst/>
              <a:cxnLst/>
              <a:rect r="r" b="b" t="t" l="l"/>
              <a:pathLst>
                <a:path h="651051" w="10403622">
                  <a:moveTo>
                    <a:pt x="0" y="0"/>
                  </a:moveTo>
                  <a:lnTo>
                    <a:pt x="10403622" y="0"/>
                  </a:lnTo>
                  <a:lnTo>
                    <a:pt x="10403622" y="651051"/>
                  </a:lnTo>
                  <a:lnTo>
                    <a:pt x="0" y="6510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1228" r="0" b="-25150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0403624" cy="670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5"/>
                </a:lnSpc>
              </a:pPr>
              <a:r>
                <a:rPr lang="en-US" sz="2314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PXE Boot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21625" y="2603483"/>
            <a:ext cx="7704725" cy="1547309"/>
            <a:chOff x="0" y="0"/>
            <a:chExt cx="10272966" cy="20630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72964" cy="2063080"/>
            </a:xfrm>
            <a:custGeom>
              <a:avLst/>
              <a:gdLst/>
              <a:ahLst/>
              <a:cxnLst/>
              <a:rect r="r" b="b" t="t" l="l"/>
              <a:pathLst>
                <a:path h="2063080" w="10272964">
                  <a:moveTo>
                    <a:pt x="0" y="0"/>
                  </a:moveTo>
                  <a:lnTo>
                    <a:pt x="10272964" y="0"/>
                  </a:lnTo>
                  <a:lnTo>
                    <a:pt x="10272964" y="2063080"/>
                  </a:lnTo>
                  <a:lnTo>
                    <a:pt x="0" y="2063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441" r="0" b="-1760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10272966" cy="2129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3"/>
                </a:lnSpc>
              </a:pPr>
              <a:r>
                <a:rPr lang="en-US" sz="1543" b="true">
                  <a:solidFill>
                    <a:srgbClr val="26323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PXE (Preboot</a:t>
              </a:r>
              <a:r>
                <a:rPr lang="en-US" sz="1543" b="true">
                  <a:solidFill>
                    <a:srgbClr val="26323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eXecution Environment) </a:t>
              </a:r>
              <a:r>
                <a:rPr lang="en-US" sz="1543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é um protocolo cliente-servidor que </a:t>
              </a:r>
              <a:r>
                <a:rPr lang="en-US" sz="1543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permite que um computador inicie seu sistema operacional diretamente pela rede</a:t>
              </a:r>
              <a:r>
                <a:rPr lang="en-US" sz="1543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sem necessidade de disco rígido local, pen drive ou CD-ROM.</a:t>
              </a:r>
            </a:p>
            <a:p>
              <a:pPr algn="l" marL="333242" indent="-166621" lvl="1">
                <a:lnSpc>
                  <a:spcPts val="2593"/>
                </a:lnSpc>
                <a:buFont typeface="Arial"/>
                <a:buChar char="•"/>
              </a:pPr>
            </a:p>
            <a:p>
              <a:pPr algn="l">
                <a:lnSpc>
                  <a:spcPts val="2593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21625" y="3613499"/>
            <a:ext cx="7606732" cy="857440"/>
            <a:chOff x="0" y="0"/>
            <a:chExt cx="10142309" cy="114325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42347" cy="1143254"/>
            </a:xfrm>
            <a:custGeom>
              <a:avLst/>
              <a:gdLst/>
              <a:ahLst/>
              <a:cxnLst/>
              <a:rect r="r" b="b" t="t" l="l"/>
              <a:pathLst>
                <a:path h="1143254" w="10142347">
                  <a:moveTo>
                    <a:pt x="130683" y="0"/>
                  </a:moveTo>
                  <a:lnTo>
                    <a:pt x="10011664" y="0"/>
                  </a:lnTo>
                  <a:cubicBezTo>
                    <a:pt x="10083800" y="0"/>
                    <a:pt x="10142347" y="58547"/>
                    <a:pt x="10142347" y="130683"/>
                  </a:cubicBezTo>
                  <a:lnTo>
                    <a:pt x="10142347" y="1012571"/>
                  </a:lnTo>
                  <a:cubicBezTo>
                    <a:pt x="10142347" y="1084707"/>
                    <a:pt x="10083800" y="1143254"/>
                    <a:pt x="10011664" y="1143254"/>
                  </a:cubicBezTo>
                  <a:lnTo>
                    <a:pt x="130683" y="1143254"/>
                  </a:lnTo>
                  <a:cubicBezTo>
                    <a:pt x="58547" y="1143254"/>
                    <a:pt x="0" y="1084707"/>
                    <a:pt x="0" y="1012571"/>
                  </a:cubicBezTo>
                  <a:lnTo>
                    <a:pt x="0" y="130683"/>
                  </a:lnTo>
                  <a:cubicBezTo>
                    <a:pt x="0" y="58547"/>
                    <a:pt x="58547" y="0"/>
                    <a:pt x="130683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9893113" y="3809486"/>
            <a:ext cx="171488" cy="171488"/>
          </a:xfrm>
          <a:custGeom>
            <a:avLst/>
            <a:gdLst/>
            <a:ahLst/>
            <a:cxnLst/>
            <a:rect r="r" b="b" t="t" l="l"/>
            <a:pathLst>
              <a:path h="171488" w="171488">
                <a:moveTo>
                  <a:pt x="0" y="0"/>
                </a:moveTo>
                <a:lnTo>
                  <a:pt x="171488" y="0"/>
                </a:lnTo>
                <a:lnTo>
                  <a:pt x="171488" y="171488"/>
                </a:lnTo>
                <a:lnTo>
                  <a:pt x="0" y="1714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0152107" y="3760489"/>
            <a:ext cx="7115004" cy="563461"/>
            <a:chOff x="0" y="0"/>
            <a:chExt cx="9486671" cy="7512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486666" cy="751283"/>
            </a:xfrm>
            <a:custGeom>
              <a:avLst/>
              <a:gdLst/>
              <a:ahLst/>
              <a:cxnLst/>
              <a:rect r="r" b="b" t="t" l="l"/>
              <a:pathLst>
                <a:path h="751283" w="9486666">
                  <a:moveTo>
                    <a:pt x="0" y="0"/>
                  </a:moveTo>
                  <a:lnTo>
                    <a:pt x="9486666" y="0"/>
                  </a:lnTo>
                  <a:lnTo>
                    <a:pt x="9486666" y="751283"/>
                  </a:lnTo>
                  <a:lnTo>
                    <a:pt x="0" y="7512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043" r="0" b="-1960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9486671" cy="8179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máquina liga, obtém um endereç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IP v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ia 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DHCP, ba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x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um pequeno bootloader via TFTP, e então esse bootloader carrega o kernel e o sis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em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4997484" y="4862236"/>
            <a:ext cx="2585923" cy="1532496"/>
          </a:xfrm>
          <a:custGeom>
            <a:avLst/>
            <a:gdLst/>
            <a:ahLst/>
            <a:cxnLst/>
            <a:rect r="r" b="b" t="t" l="l"/>
            <a:pathLst>
              <a:path h="1532496" w="2585923">
                <a:moveTo>
                  <a:pt x="0" y="0"/>
                </a:moveTo>
                <a:lnTo>
                  <a:pt x="2585923" y="0"/>
                </a:lnTo>
                <a:lnTo>
                  <a:pt x="2585923" y="1532497"/>
                </a:lnTo>
                <a:lnTo>
                  <a:pt x="0" y="15324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6201644" y="5163026"/>
            <a:ext cx="183737" cy="342976"/>
            <a:chOff x="0" y="0"/>
            <a:chExt cx="244983" cy="45730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4984" cy="457302"/>
            </a:xfrm>
            <a:custGeom>
              <a:avLst/>
              <a:gdLst/>
              <a:ahLst/>
              <a:cxnLst/>
              <a:rect r="r" b="b" t="t" l="l"/>
              <a:pathLst>
                <a:path h="457302" w="244984">
                  <a:moveTo>
                    <a:pt x="0" y="0"/>
                  </a:moveTo>
                  <a:lnTo>
                    <a:pt x="244984" y="0"/>
                  </a:lnTo>
                  <a:lnTo>
                    <a:pt x="244984" y="457302"/>
                  </a:lnTo>
                  <a:lnTo>
                    <a:pt x="0" y="4573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89499" t="0" r="-189498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244983" cy="533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7"/>
                </a:lnSpc>
              </a:pPr>
              <a:r>
                <a:rPr lang="en-US" sz="1735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132901" y="5726487"/>
            <a:ext cx="2315089" cy="280130"/>
            <a:chOff x="0" y="0"/>
            <a:chExt cx="3086786" cy="37350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86790" cy="373507"/>
            </a:xfrm>
            <a:custGeom>
              <a:avLst/>
              <a:gdLst/>
              <a:ahLst/>
              <a:cxnLst/>
              <a:rect r="r" b="b" t="t" l="l"/>
              <a:pathLst>
                <a:path h="373507" w="3086790">
                  <a:moveTo>
                    <a:pt x="0" y="0"/>
                  </a:moveTo>
                  <a:lnTo>
                    <a:pt x="3086790" y="0"/>
                  </a:lnTo>
                  <a:lnTo>
                    <a:pt x="3086790" y="373507"/>
                  </a:lnTo>
                  <a:lnTo>
                    <a:pt x="0" y="3735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7304" r="0" b="-10475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086786" cy="402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50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Máquinas Antigas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139025" y="6020467"/>
            <a:ext cx="2302840" cy="195987"/>
            <a:chOff x="0" y="0"/>
            <a:chExt cx="3070454" cy="2613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70456" cy="261317"/>
            </a:xfrm>
            <a:custGeom>
              <a:avLst/>
              <a:gdLst/>
              <a:ahLst/>
              <a:cxnLst/>
              <a:rect r="r" b="b" t="t" l="l"/>
              <a:pathLst>
                <a:path h="261317" w="3070456">
                  <a:moveTo>
                    <a:pt x="0" y="0"/>
                  </a:moveTo>
                  <a:lnTo>
                    <a:pt x="3070456" y="0"/>
                  </a:lnTo>
                  <a:lnTo>
                    <a:pt x="3070456" y="261317"/>
                  </a:lnTo>
                  <a:lnTo>
                    <a:pt x="0" y="2613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48" r="0" b="-1789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3070454" cy="280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28"/>
                </a:lnSpc>
              </a:pP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Todos recursos vem pela Rede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9237107" y="6765598"/>
            <a:ext cx="8575767" cy="2683916"/>
          </a:xfrm>
          <a:custGeom>
            <a:avLst/>
            <a:gdLst/>
            <a:ahLst/>
            <a:cxnLst/>
            <a:rect r="r" b="b" t="t" l="l"/>
            <a:pathLst>
              <a:path h="2683916" w="8575767">
                <a:moveTo>
                  <a:pt x="0" y="0"/>
                </a:moveTo>
                <a:lnTo>
                  <a:pt x="8575767" y="0"/>
                </a:lnTo>
                <a:lnTo>
                  <a:pt x="8575767" y="2683916"/>
                </a:lnTo>
                <a:lnTo>
                  <a:pt x="0" y="268391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9495015" y="7054129"/>
            <a:ext cx="220485" cy="220485"/>
          </a:xfrm>
          <a:custGeom>
            <a:avLst/>
            <a:gdLst/>
            <a:ahLst/>
            <a:cxnLst/>
            <a:rect r="r" b="b" t="t" l="l"/>
            <a:pathLst>
              <a:path h="220485" w="220485">
                <a:moveTo>
                  <a:pt x="0" y="0"/>
                </a:moveTo>
                <a:lnTo>
                  <a:pt x="220485" y="0"/>
                </a:lnTo>
                <a:lnTo>
                  <a:pt x="220485" y="220485"/>
                </a:lnTo>
                <a:lnTo>
                  <a:pt x="0" y="22048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9746123" y="6992884"/>
            <a:ext cx="7949708" cy="370451"/>
            <a:chOff x="0" y="0"/>
            <a:chExt cx="10599610" cy="49393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599608" cy="493935"/>
            </a:xfrm>
            <a:custGeom>
              <a:avLst/>
              <a:gdLst/>
              <a:ahLst/>
              <a:cxnLst/>
              <a:rect r="r" b="b" t="t" l="l"/>
              <a:pathLst>
                <a:path h="493935" w="10599608">
                  <a:moveTo>
                    <a:pt x="0" y="0"/>
                  </a:moveTo>
                  <a:lnTo>
                    <a:pt x="10599608" y="0"/>
                  </a:lnTo>
                  <a:lnTo>
                    <a:pt x="10599608" y="493935"/>
                  </a:lnTo>
                  <a:lnTo>
                    <a:pt x="0" y="49393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1847" r="0" b="-36443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10599610" cy="551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7"/>
                </a:lnSpc>
              </a:pPr>
              <a:r>
                <a:rPr lang="en-US" b="true" sz="173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Vantagens do Boot PXE</a:t>
              </a: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9460992" y="7479449"/>
            <a:ext cx="8127997" cy="521265"/>
          </a:xfrm>
          <a:custGeom>
            <a:avLst/>
            <a:gdLst/>
            <a:ahLst/>
            <a:cxnLst/>
            <a:rect r="r" b="b" t="t" l="l"/>
            <a:pathLst>
              <a:path h="521265" w="8127997">
                <a:moveTo>
                  <a:pt x="0" y="0"/>
                </a:moveTo>
                <a:lnTo>
                  <a:pt x="8127997" y="0"/>
                </a:lnTo>
                <a:lnTo>
                  <a:pt x="8127997" y="521265"/>
                </a:lnTo>
                <a:lnTo>
                  <a:pt x="0" y="52126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9659026" y="7274614"/>
            <a:ext cx="4123196" cy="873601"/>
            <a:chOff x="0" y="0"/>
            <a:chExt cx="1567891" cy="33219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67892" cy="332196"/>
            </a:xfrm>
            <a:custGeom>
              <a:avLst/>
              <a:gdLst/>
              <a:ahLst/>
              <a:cxnLst/>
              <a:rect r="r" b="b" t="t" l="l"/>
              <a:pathLst>
                <a:path h="332196" w="1567892">
                  <a:moveTo>
                    <a:pt x="0" y="0"/>
                  </a:moveTo>
                  <a:lnTo>
                    <a:pt x="1567892" y="0"/>
                  </a:lnTo>
                  <a:lnTo>
                    <a:pt x="1567892" y="332196"/>
                  </a:lnTo>
                  <a:lnTo>
                    <a:pt x="0" y="332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800" r="0" b="-4112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567891" cy="370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</a:t>
              </a:r>
              <a:r>
                <a:rPr lang="en-US" b="true" sz="1549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dução de Custos com Hardware: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875790" y="7260898"/>
            <a:ext cx="5068104" cy="949904"/>
            <a:chOff x="0" y="0"/>
            <a:chExt cx="1912348" cy="35842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12349" cy="358428"/>
            </a:xfrm>
            <a:custGeom>
              <a:avLst/>
              <a:gdLst/>
              <a:ahLst/>
              <a:cxnLst/>
              <a:rect r="r" b="b" t="t" l="l"/>
              <a:pathLst>
                <a:path h="358428" w="1912349">
                  <a:moveTo>
                    <a:pt x="0" y="0"/>
                  </a:moveTo>
                  <a:lnTo>
                    <a:pt x="1912349" y="0"/>
                  </a:lnTo>
                  <a:lnTo>
                    <a:pt x="1912349" y="358428"/>
                  </a:lnTo>
                  <a:lnTo>
                    <a:pt x="0" y="3584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117" r="20574" b="-1902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912348" cy="387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4"/>
                </a:lnSpc>
              </a:pPr>
              <a:r>
                <a:rPr lang="en-US" sz="1457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Todo o processamento será feito pelo servidor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9460992" y="8091907"/>
            <a:ext cx="8127997" cy="521265"/>
          </a:xfrm>
          <a:custGeom>
            <a:avLst/>
            <a:gdLst/>
            <a:ahLst/>
            <a:cxnLst/>
            <a:rect r="r" b="b" t="t" l="l"/>
            <a:pathLst>
              <a:path h="521265" w="8127997">
                <a:moveTo>
                  <a:pt x="0" y="0"/>
                </a:moveTo>
                <a:lnTo>
                  <a:pt x="8127997" y="0"/>
                </a:lnTo>
                <a:lnTo>
                  <a:pt x="8127997" y="521265"/>
                </a:lnTo>
                <a:lnTo>
                  <a:pt x="0" y="52126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9574635" y="8085722"/>
            <a:ext cx="2571525" cy="527450"/>
            <a:chOff x="0" y="0"/>
            <a:chExt cx="1149552" cy="23578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49553" cy="235787"/>
            </a:xfrm>
            <a:custGeom>
              <a:avLst/>
              <a:gdLst/>
              <a:ahLst/>
              <a:cxnLst/>
              <a:rect r="r" b="b" t="t" l="l"/>
              <a:pathLst>
                <a:path h="235787" w="1149553">
                  <a:moveTo>
                    <a:pt x="0" y="0"/>
                  </a:moveTo>
                  <a:lnTo>
                    <a:pt x="1149553" y="0"/>
                  </a:lnTo>
                  <a:lnTo>
                    <a:pt x="1149553" y="235787"/>
                  </a:lnTo>
                  <a:lnTo>
                    <a:pt x="0" y="2357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657" r="-9397" b="-7319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149552" cy="273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231"/>
                </a:lnSpc>
                <a:spcBef>
                  <a:spcPct val="0"/>
                </a:spcBef>
              </a:pPr>
              <a:r>
                <a:rPr lang="en-US" b="true" sz="1549" strike="noStrike" u="non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Centralização e Facilidade de Manutenção: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309858" y="7858635"/>
            <a:ext cx="5503016" cy="972405"/>
            <a:chOff x="0" y="0"/>
            <a:chExt cx="2142189" cy="37853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142190" cy="378534"/>
            </a:xfrm>
            <a:custGeom>
              <a:avLst/>
              <a:gdLst/>
              <a:ahLst/>
              <a:cxnLst/>
              <a:rect r="r" b="b" t="t" l="l"/>
              <a:pathLst>
                <a:path h="378534" w="2142190">
                  <a:moveTo>
                    <a:pt x="0" y="0"/>
                  </a:moveTo>
                  <a:lnTo>
                    <a:pt x="2142190" y="0"/>
                  </a:lnTo>
                  <a:lnTo>
                    <a:pt x="2142190" y="378534"/>
                  </a:lnTo>
                  <a:lnTo>
                    <a:pt x="0" y="3785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624" r="33670" b="-765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2142189" cy="407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4"/>
                </a:lnSpc>
              </a:pPr>
              <a:r>
                <a:rPr lang="en-US" sz="1457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Qualquer Manutenção pode ser feita diretamente do servidor</a:t>
              </a:r>
            </a:p>
          </p:txBody>
        </p:sp>
      </p:grpSp>
      <p:sp>
        <p:nvSpPr>
          <p:cNvPr name="Freeform 100" id="100"/>
          <p:cNvSpPr/>
          <p:nvPr/>
        </p:nvSpPr>
        <p:spPr>
          <a:xfrm flipH="false" flipV="false" rot="0">
            <a:off x="9460992" y="8704364"/>
            <a:ext cx="8127997" cy="521265"/>
          </a:xfrm>
          <a:custGeom>
            <a:avLst/>
            <a:gdLst/>
            <a:ahLst/>
            <a:cxnLst/>
            <a:rect r="r" b="b" t="t" l="l"/>
            <a:pathLst>
              <a:path h="521265" w="8127997">
                <a:moveTo>
                  <a:pt x="0" y="0"/>
                </a:moveTo>
                <a:lnTo>
                  <a:pt x="8127997" y="0"/>
                </a:lnTo>
                <a:lnTo>
                  <a:pt x="8127997" y="521265"/>
                </a:lnTo>
                <a:lnTo>
                  <a:pt x="0" y="52126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1" id="101"/>
          <p:cNvGrpSpPr/>
          <p:nvPr/>
        </p:nvGrpSpPr>
        <p:grpSpPr>
          <a:xfrm rot="0">
            <a:off x="9746123" y="8613172"/>
            <a:ext cx="2082613" cy="683809"/>
            <a:chOff x="0" y="0"/>
            <a:chExt cx="1845539" cy="6059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845540" cy="605968"/>
            </a:xfrm>
            <a:custGeom>
              <a:avLst/>
              <a:gdLst/>
              <a:ahLst/>
              <a:cxnLst/>
              <a:rect r="r" b="b" t="t" l="l"/>
              <a:pathLst>
                <a:path h="605968" w="1845540">
                  <a:moveTo>
                    <a:pt x="0" y="0"/>
                  </a:moveTo>
                  <a:lnTo>
                    <a:pt x="1845540" y="0"/>
                  </a:lnTo>
                  <a:lnTo>
                    <a:pt x="1845540" y="605968"/>
                  </a:lnTo>
                  <a:lnTo>
                    <a:pt x="0" y="605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391" r="0" b="1370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845539" cy="644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50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Seguranç</a:t>
              </a:r>
              <a:r>
                <a:rPr lang="en-US" b="true" sz="1350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 e Controle: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500429" y="8775011"/>
            <a:ext cx="5392566" cy="379971"/>
            <a:chOff x="0" y="0"/>
            <a:chExt cx="7190088" cy="50662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190090" cy="506628"/>
            </a:xfrm>
            <a:custGeom>
              <a:avLst/>
              <a:gdLst/>
              <a:ahLst/>
              <a:cxnLst/>
              <a:rect r="r" b="b" t="t" l="l"/>
              <a:pathLst>
                <a:path h="506628" w="7190090">
                  <a:moveTo>
                    <a:pt x="0" y="0"/>
                  </a:moveTo>
                  <a:lnTo>
                    <a:pt x="7190090" y="0"/>
                  </a:lnTo>
                  <a:lnTo>
                    <a:pt x="7190090" y="506628"/>
                  </a:lnTo>
                  <a:lnTo>
                    <a:pt x="0" y="50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114" r="79783" b="1830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7190088" cy="5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28"/>
                </a:lnSpc>
              </a:pP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 alunos não podem instalar softwares m</a:t>
              </a:r>
              <a:r>
                <a:rPr lang="en-US" sz="115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aliciosos, alterar configurações do sistema ou gravar dados persistentemente</a:t>
              </a:r>
            </a:p>
          </p:txBody>
        </p:sp>
      </p:grpSp>
      <p:sp>
        <p:nvSpPr>
          <p:cNvPr name="Freeform 107" id="107"/>
          <p:cNvSpPr/>
          <p:nvPr/>
        </p:nvSpPr>
        <p:spPr>
          <a:xfrm flipH="false" flipV="false" rot="0">
            <a:off x="486566" y="9667313"/>
            <a:ext cx="17314869" cy="619258"/>
          </a:xfrm>
          <a:custGeom>
            <a:avLst/>
            <a:gdLst/>
            <a:ahLst/>
            <a:cxnLst/>
            <a:rect r="r" b="b" t="t" l="l"/>
            <a:pathLst>
              <a:path h="619258" w="17314869">
                <a:moveTo>
                  <a:pt x="0" y="0"/>
                </a:moveTo>
                <a:lnTo>
                  <a:pt x="17314868" y="0"/>
                </a:lnTo>
                <a:lnTo>
                  <a:pt x="17314868" y="619258"/>
                </a:lnTo>
                <a:lnTo>
                  <a:pt x="0" y="61925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5711538" y="9878949"/>
            <a:ext cx="146990" cy="195986"/>
          </a:xfrm>
          <a:custGeom>
            <a:avLst/>
            <a:gdLst/>
            <a:ahLst/>
            <a:cxnLst/>
            <a:rect r="r" b="b" t="t" l="l"/>
            <a:pathLst>
              <a:path h="195986" w="146990">
                <a:moveTo>
                  <a:pt x="0" y="0"/>
                </a:moveTo>
                <a:lnTo>
                  <a:pt x="146990" y="0"/>
                </a:lnTo>
                <a:lnTo>
                  <a:pt x="146990" y="195986"/>
                </a:lnTo>
                <a:lnTo>
                  <a:pt x="0" y="19598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9574635" y="4846117"/>
            <a:ext cx="5309322" cy="1532496"/>
            <a:chOff x="0" y="0"/>
            <a:chExt cx="1092453" cy="31532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92453" cy="315328"/>
            </a:xfrm>
            <a:custGeom>
              <a:avLst/>
              <a:gdLst/>
              <a:ahLst/>
              <a:cxnLst/>
              <a:rect r="r" b="b" t="t" l="l"/>
              <a:pathLst>
                <a:path h="315328" w="1092453">
                  <a:moveTo>
                    <a:pt x="28480" y="0"/>
                  </a:moveTo>
                  <a:lnTo>
                    <a:pt x="1063973" y="0"/>
                  </a:lnTo>
                  <a:cubicBezTo>
                    <a:pt x="1071526" y="0"/>
                    <a:pt x="1078770" y="3001"/>
                    <a:pt x="1084111" y="8342"/>
                  </a:cubicBezTo>
                  <a:cubicBezTo>
                    <a:pt x="1089452" y="13683"/>
                    <a:pt x="1092453" y="20927"/>
                    <a:pt x="1092453" y="28480"/>
                  </a:cubicBezTo>
                  <a:lnTo>
                    <a:pt x="1092453" y="286848"/>
                  </a:lnTo>
                  <a:cubicBezTo>
                    <a:pt x="1092453" y="294402"/>
                    <a:pt x="1089452" y="301646"/>
                    <a:pt x="1084111" y="306987"/>
                  </a:cubicBezTo>
                  <a:cubicBezTo>
                    <a:pt x="1078770" y="312328"/>
                    <a:pt x="1071526" y="315328"/>
                    <a:pt x="1063973" y="315328"/>
                  </a:cubicBezTo>
                  <a:lnTo>
                    <a:pt x="28480" y="315328"/>
                  </a:lnTo>
                  <a:cubicBezTo>
                    <a:pt x="20927" y="315328"/>
                    <a:pt x="13683" y="312328"/>
                    <a:pt x="8342" y="306987"/>
                  </a:cubicBezTo>
                  <a:cubicBezTo>
                    <a:pt x="3001" y="301646"/>
                    <a:pt x="0" y="294402"/>
                    <a:pt x="0" y="286848"/>
                  </a:cubicBezTo>
                  <a:lnTo>
                    <a:pt x="0" y="28480"/>
                  </a:lnTo>
                  <a:cubicBezTo>
                    <a:pt x="0" y="20927"/>
                    <a:pt x="3001" y="13683"/>
                    <a:pt x="8342" y="8342"/>
                  </a:cubicBezTo>
                  <a:cubicBezTo>
                    <a:pt x="13683" y="3001"/>
                    <a:pt x="20927" y="0"/>
                    <a:pt x="284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1092453" cy="35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8"/>
                </a:lnSpc>
              </a:pPr>
            </a:p>
          </p:txBody>
        </p:sp>
      </p:grpSp>
      <p:sp>
        <p:nvSpPr>
          <p:cNvPr name="Freeform 112" id="112"/>
          <p:cNvSpPr/>
          <p:nvPr/>
        </p:nvSpPr>
        <p:spPr>
          <a:xfrm flipH="false" flipV="false" rot="0">
            <a:off x="4900702" y="6800990"/>
            <a:ext cx="3866299" cy="2789178"/>
          </a:xfrm>
          <a:custGeom>
            <a:avLst/>
            <a:gdLst/>
            <a:ahLst/>
            <a:cxnLst/>
            <a:rect r="r" b="b" t="t" l="l"/>
            <a:pathLst>
              <a:path h="2789178" w="3866299">
                <a:moveTo>
                  <a:pt x="0" y="0"/>
                </a:moveTo>
                <a:lnTo>
                  <a:pt x="3866299" y="0"/>
                </a:lnTo>
                <a:lnTo>
                  <a:pt x="3866299" y="2789177"/>
                </a:lnTo>
                <a:lnTo>
                  <a:pt x="0" y="2789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1652011" y="6945168"/>
            <a:ext cx="2636816" cy="2406094"/>
          </a:xfrm>
          <a:custGeom>
            <a:avLst/>
            <a:gdLst/>
            <a:ahLst/>
            <a:cxnLst/>
            <a:rect r="r" b="b" t="t" l="l"/>
            <a:pathLst>
              <a:path h="2406094" w="2636816">
                <a:moveTo>
                  <a:pt x="0" y="0"/>
                </a:moveTo>
                <a:lnTo>
                  <a:pt x="2636816" y="0"/>
                </a:lnTo>
                <a:lnTo>
                  <a:pt x="2636816" y="2406094"/>
                </a:lnTo>
                <a:lnTo>
                  <a:pt x="0" y="240609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15874556" y="4961560"/>
            <a:ext cx="691350" cy="733528"/>
          </a:xfrm>
          <a:custGeom>
            <a:avLst/>
            <a:gdLst/>
            <a:ahLst/>
            <a:cxnLst/>
            <a:rect r="r" b="b" t="t" l="l"/>
            <a:pathLst>
              <a:path h="733528" w="691350">
                <a:moveTo>
                  <a:pt x="0" y="0"/>
                </a:moveTo>
                <a:lnTo>
                  <a:pt x="691351" y="0"/>
                </a:lnTo>
                <a:lnTo>
                  <a:pt x="691351" y="733528"/>
                </a:lnTo>
                <a:lnTo>
                  <a:pt x="0" y="73352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9465943" y="2048540"/>
            <a:ext cx="427170" cy="410860"/>
          </a:xfrm>
          <a:custGeom>
            <a:avLst/>
            <a:gdLst/>
            <a:ahLst/>
            <a:cxnLst/>
            <a:rect r="r" b="b" t="t" l="l"/>
            <a:pathLst>
              <a:path h="410860" w="427170">
                <a:moveTo>
                  <a:pt x="0" y="0"/>
                </a:moveTo>
                <a:lnTo>
                  <a:pt x="427170" y="0"/>
                </a:lnTo>
                <a:lnTo>
                  <a:pt x="427170" y="410859"/>
                </a:lnTo>
                <a:lnTo>
                  <a:pt x="0" y="410859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6" id="116"/>
          <p:cNvSpPr txBox="true"/>
          <p:nvPr/>
        </p:nvSpPr>
        <p:spPr>
          <a:xfrm rot="0">
            <a:off x="9774698" y="4982639"/>
            <a:ext cx="4874157" cy="124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8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Escolhemos a tecnologia PXE</a:t>
            </a:r>
            <a:r>
              <a:rPr lang="en-US" sz="1487" strike="noStrike" u="none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Boot no projeto para permitir o reaproveitamento de computadores antigos sem disco rígido, transformando-os em estações completas e funcionais apenas com acesso à rede.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5177326" y="9781664"/>
            <a:ext cx="8387136" cy="33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  <a:spcBef>
                <a:spcPct val="0"/>
              </a:spcBef>
            </a:pPr>
            <a:r>
              <a:rPr lang="en-US" b="true" sz="1873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Curiosidade: </a:t>
            </a:r>
            <a:r>
              <a:rPr lang="en-US" sz="1873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Containers suportam somente distribuições Linux</a:t>
            </a:r>
          </a:p>
        </p:txBody>
      </p:sp>
    </p:spTree>
  </p:cSld>
  <p:clrMapOvr>
    <a:masterClrMapping/>
  </p:clrMapOvr>
  <p:transition spd="med">
    <p:cover dir="r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277" y="-70786"/>
            <a:ext cx="18967178" cy="10492857"/>
            <a:chOff x="0" y="0"/>
            <a:chExt cx="2479342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793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93422">
                  <a:moveTo>
                    <a:pt x="0" y="0"/>
                  </a:moveTo>
                  <a:lnTo>
                    <a:pt x="24793422" y="0"/>
                  </a:lnTo>
                  <a:lnTo>
                    <a:pt x="24793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83" r="0" b="-14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742950"/>
            <a:ext cx="800100" cy="800100"/>
            <a:chOff x="0" y="0"/>
            <a:chExt cx="1066800" cy="106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B342">
                    <a:alpha val="100000"/>
                  </a:srgbClr>
                </a:gs>
                <a:gs pos="100000">
                  <a:srgbClr val="558B2F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971550"/>
            <a:ext cx="342900" cy="342900"/>
            <a:chOff x="0" y="0"/>
            <a:chExt cx="4572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351" y="0"/>
              <a:ext cx="428626" cy="454660"/>
            </a:xfrm>
            <a:custGeom>
              <a:avLst/>
              <a:gdLst/>
              <a:ahLst/>
              <a:cxnLst/>
              <a:rect r="r" b="b" t="t" l="l"/>
              <a:pathLst>
                <a:path h="454660" w="428626">
                  <a:moveTo>
                    <a:pt x="214249" y="0"/>
                  </a:moveTo>
                  <a:cubicBezTo>
                    <a:pt x="218313" y="0"/>
                    <a:pt x="222504" y="889"/>
                    <a:pt x="226187" y="2540"/>
                  </a:cubicBezTo>
                  <a:lnTo>
                    <a:pt x="394462" y="73914"/>
                  </a:lnTo>
                  <a:cubicBezTo>
                    <a:pt x="414147" y="82169"/>
                    <a:pt x="428752" y="101600"/>
                    <a:pt x="428625" y="124968"/>
                  </a:cubicBezTo>
                  <a:cubicBezTo>
                    <a:pt x="428117" y="213487"/>
                    <a:pt x="391795" y="375666"/>
                    <a:pt x="237871" y="449326"/>
                  </a:cubicBezTo>
                  <a:cubicBezTo>
                    <a:pt x="223012" y="456438"/>
                    <a:pt x="205613" y="456438"/>
                    <a:pt x="190754" y="449326"/>
                  </a:cubicBezTo>
                  <a:cubicBezTo>
                    <a:pt x="36830" y="375666"/>
                    <a:pt x="508" y="213614"/>
                    <a:pt x="0" y="124968"/>
                  </a:cubicBezTo>
                  <a:cubicBezTo>
                    <a:pt x="0" y="101600"/>
                    <a:pt x="14605" y="82296"/>
                    <a:pt x="34290" y="73914"/>
                  </a:cubicBezTo>
                  <a:lnTo>
                    <a:pt x="202311" y="2540"/>
                  </a:lnTo>
                  <a:cubicBezTo>
                    <a:pt x="206121" y="889"/>
                    <a:pt x="210058" y="0"/>
                    <a:pt x="214249" y="0"/>
                  </a:cubicBezTo>
                  <a:close/>
                  <a:moveTo>
                    <a:pt x="214249" y="59690"/>
                  </a:moveTo>
                  <a:lnTo>
                    <a:pt x="214249" y="397256"/>
                  </a:lnTo>
                  <a:cubicBezTo>
                    <a:pt x="337439" y="337566"/>
                    <a:pt x="370586" y="205486"/>
                    <a:pt x="371348" y="126365"/>
                  </a:cubicBezTo>
                  <a:lnTo>
                    <a:pt x="214249" y="596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0200" y="377035"/>
            <a:ext cx="5164931" cy="1027574"/>
            <a:chOff x="0" y="0"/>
            <a:chExt cx="5494426" cy="1093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94426" cy="1093128"/>
            </a:xfrm>
            <a:custGeom>
              <a:avLst/>
              <a:gdLst/>
              <a:ahLst/>
              <a:cxnLst/>
              <a:rect r="r" b="b" t="t" l="l"/>
              <a:pathLst>
                <a:path h="1093128" w="5494426">
                  <a:moveTo>
                    <a:pt x="0" y="0"/>
                  </a:moveTo>
                  <a:lnTo>
                    <a:pt x="5494426" y="0"/>
                  </a:lnTo>
                  <a:lnTo>
                    <a:pt x="5494426" y="1093128"/>
                  </a:lnTo>
                  <a:lnTo>
                    <a:pt x="0" y="1093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24" r="2919" b="-2993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5494426" cy="1045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Servidor Debian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0200" y="1257300"/>
            <a:ext cx="5046009" cy="400050"/>
            <a:chOff x="0" y="0"/>
            <a:chExt cx="6728012" cy="53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28012" cy="533400"/>
            </a:xfrm>
            <a:custGeom>
              <a:avLst/>
              <a:gdLst/>
              <a:ahLst/>
              <a:cxnLst/>
              <a:rect r="r" b="b" t="t" l="l"/>
              <a:pathLst>
                <a:path h="533400" w="6728012">
                  <a:moveTo>
                    <a:pt x="0" y="0"/>
                  </a:moveTo>
                  <a:lnTo>
                    <a:pt x="6728012" y="0"/>
                  </a:lnTo>
                  <a:lnTo>
                    <a:pt x="672801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22984" b="-13928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728012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Dibruidor de IP e gestor de Protocolos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0200" y="1657350"/>
            <a:ext cx="1371600" cy="57150"/>
            <a:chOff x="0" y="0"/>
            <a:chExt cx="18288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38100" y="0"/>
                  </a:moveTo>
                  <a:lnTo>
                    <a:pt x="1790700" y="0"/>
                  </a:lnTo>
                  <a:cubicBezTo>
                    <a:pt x="1811782" y="0"/>
                    <a:pt x="1828800" y="17018"/>
                    <a:pt x="1828800" y="38100"/>
                  </a:cubicBezTo>
                  <a:cubicBezTo>
                    <a:pt x="1828800" y="59182"/>
                    <a:pt x="1811782" y="76200"/>
                    <a:pt x="1790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66738" y="2052638"/>
            <a:ext cx="8467725" cy="6481762"/>
          </a:xfrm>
          <a:custGeom>
            <a:avLst/>
            <a:gdLst/>
            <a:ahLst/>
            <a:cxnLst/>
            <a:rect r="r" b="b" t="t" l="l"/>
            <a:pathLst>
              <a:path h="6481762" w="8467725">
                <a:moveTo>
                  <a:pt x="0" y="0"/>
                </a:moveTo>
                <a:lnTo>
                  <a:pt x="8467724" y="0"/>
                </a:lnTo>
                <a:lnTo>
                  <a:pt x="8467724" y="6481762"/>
                </a:lnTo>
                <a:lnTo>
                  <a:pt x="0" y="6481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28688" y="2486692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14450" y="2371725"/>
            <a:ext cx="7572375" cy="572834"/>
            <a:chOff x="0" y="0"/>
            <a:chExt cx="10096500" cy="7637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96500" cy="763778"/>
            </a:xfrm>
            <a:custGeom>
              <a:avLst/>
              <a:gdLst/>
              <a:ahLst/>
              <a:cxnLst/>
              <a:rect r="r" b="b" t="t" l="l"/>
              <a:pathLst>
                <a:path h="763778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763778"/>
                  </a:lnTo>
                  <a:lnTo>
                    <a:pt x="0" y="763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668" r="0" b="-1974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0096500" cy="792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 que é um Servidor Debian?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5825" y="2940568"/>
            <a:ext cx="7958138" cy="1257300"/>
            <a:chOff x="0" y="0"/>
            <a:chExt cx="10610850" cy="167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108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610850">
                  <a:moveTo>
                    <a:pt x="0" y="0"/>
                  </a:moveTo>
                  <a:lnTo>
                    <a:pt x="10610850" y="0"/>
                  </a:lnTo>
                  <a:lnTo>
                    <a:pt x="1061085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331" r="0" b="-7333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10610850" cy="178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5" b="true">
                  <a:solidFill>
                    <a:srgbClr val="26323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</a:t>
              </a:r>
              <a:r>
                <a:rPr lang="en-US" sz="2025" b="true">
                  <a:solidFill>
                    <a:srgbClr val="26323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ebian </a:t>
              </a:r>
              <a:r>
                <a:rPr lang="en-US" sz="202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é um </a:t>
              </a:r>
              <a:r>
                <a:rPr lang="en-US" sz="2025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sistema oper</a:t>
              </a:r>
              <a:r>
                <a:rPr lang="en-US" sz="2025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acional livre e de </a:t>
              </a:r>
              <a:r>
                <a:rPr lang="en-US" sz="2025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código</a:t>
              </a:r>
              <a:r>
                <a:rPr lang="en-US" sz="2025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ab</a:t>
              </a:r>
              <a:r>
                <a:rPr lang="en-US" sz="2025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erto</a:t>
              </a:r>
              <a:r>
                <a:rPr lang="en-US" sz="2025">
                  <a:solidFill>
                    <a:srgbClr val="263238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baseado no kernel Linux, amplamente reconhecido por sua estabilidade, segurança e maturidade. 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83444" y="4395832"/>
            <a:ext cx="7834312" cy="3405188"/>
          </a:xfrm>
          <a:custGeom>
            <a:avLst/>
            <a:gdLst/>
            <a:ahLst/>
            <a:cxnLst/>
            <a:rect r="r" b="b" t="t" l="l"/>
            <a:pathLst>
              <a:path h="3405188" w="7834312">
                <a:moveTo>
                  <a:pt x="0" y="0"/>
                </a:moveTo>
                <a:lnTo>
                  <a:pt x="7834312" y="0"/>
                </a:lnTo>
                <a:lnTo>
                  <a:pt x="7834312" y="3405187"/>
                </a:lnTo>
                <a:lnTo>
                  <a:pt x="0" y="34051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57288" y="4698260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35894" y="4619079"/>
            <a:ext cx="7172325" cy="342900"/>
            <a:chOff x="0" y="0"/>
            <a:chExt cx="956310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63100" cy="457200"/>
            </a:xfrm>
            <a:custGeom>
              <a:avLst/>
              <a:gdLst/>
              <a:ahLst/>
              <a:cxnLst/>
              <a:rect r="r" b="b" t="t" l="l"/>
              <a:pathLst>
                <a:path h="457200" w="9563100">
                  <a:moveTo>
                    <a:pt x="0" y="0"/>
                  </a:moveTo>
                  <a:lnTo>
                    <a:pt x="9563100" y="0"/>
                  </a:lnTo>
                  <a:lnTo>
                    <a:pt x="95631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562" r="0" b="-3575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95631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Funções Principais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8712" y="5155460"/>
            <a:ext cx="457200" cy="457200"/>
            <a:chOff x="0" y="0"/>
            <a:chExt cx="60960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57362" y="5155460"/>
            <a:ext cx="3271838" cy="334756"/>
            <a:chOff x="0" y="0"/>
            <a:chExt cx="4362450" cy="4463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62450" cy="446342"/>
            </a:xfrm>
            <a:custGeom>
              <a:avLst/>
              <a:gdLst/>
              <a:ahLst/>
              <a:cxnLst/>
              <a:rect r="r" b="b" t="t" l="l"/>
              <a:pathLst>
                <a:path h="446342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446342"/>
                  </a:lnTo>
                  <a:lnTo>
                    <a:pt x="0" y="446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62" r="0" b="-1331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362450" cy="484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TFTP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57362" y="5435194"/>
            <a:ext cx="3343275" cy="234616"/>
            <a:chOff x="0" y="0"/>
            <a:chExt cx="4343400" cy="304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434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43400">
                  <a:moveTo>
                    <a:pt x="0" y="0"/>
                  </a:moveTo>
                  <a:lnTo>
                    <a:pt x="4343400" y="0"/>
                  </a:lnTo>
                  <a:lnTo>
                    <a:pt x="43434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3434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Tr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ansferência de arquivos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28712" y="5784110"/>
            <a:ext cx="457200" cy="457200"/>
            <a:chOff x="0" y="0"/>
            <a:chExt cx="6096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0A8E8">
                <a:alpha val="3922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60872" y="5912698"/>
            <a:ext cx="200025" cy="200025"/>
            <a:chOff x="0" y="0"/>
            <a:chExt cx="266700" cy="266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3" y="33401"/>
              <a:ext cx="266870" cy="233238"/>
            </a:xfrm>
            <a:custGeom>
              <a:avLst/>
              <a:gdLst/>
              <a:ahLst/>
              <a:cxnLst/>
              <a:rect r="r" b="b" t="t" l="l"/>
              <a:pathLst>
                <a:path h="233238" w="266870">
                  <a:moveTo>
                    <a:pt x="16614" y="0"/>
                  </a:moveTo>
                  <a:cubicBezTo>
                    <a:pt x="9883" y="0"/>
                    <a:pt x="3787" y="3937"/>
                    <a:pt x="1247" y="10287"/>
                  </a:cubicBezTo>
                  <a:cubicBezTo>
                    <a:pt x="-1293" y="16637"/>
                    <a:pt x="104" y="23622"/>
                    <a:pt x="4930" y="28321"/>
                  </a:cubicBezTo>
                  <a:lnTo>
                    <a:pt x="100053" y="123444"/>
                  </a:lnTo>
                  <a:lnTo>
                    <a:pt x="100053" y="183134"/>
                  </a:lnTo>
                  <a:cubicBezTo>
                    <a:pt x="100053" y="187579"/>
                    <a:pt x="101831" y="191770"/>
                    <a:pt x="105006" y="194945"/>
                  </a:cubicBezTo>
                  <a:lnTo>
                    <a:pt x="138407" y="228346"/>
                  </a:lnTo>
                  <a:cubicBezTo>
                    <a:pt x="143233" y="233172"/>
                    <a:pt x="150345" y="234569"/>
                    <a:pt x="156568" y="231902"/>
                  </a:cubicBezTo>
                  <a:cubicBezTo>
                    <a:pt x="162791" y="229235"/>
                    <a:pt x="166855" y="223266"/>
                    <a:pt x="166855" y="216535"/>
                  </a:cubicBezTo>
                  <a:lnTo>
                    <a:pt x="166855" y="123571"/>
                  </a:lnTo>
                  <a:lnTo>
                    <a:pt x="261978" y="28448"/>
                  </a:lnTo>
                  <a:cubicBezTo>
                    <a:pt x="266804" y="23622"/>
                    <a:pt x="268201" y="16510"/>
                    <a:pt x="265534" y="10287"/>
                  </a:cubicBezTo>
                  <a:cubicBezTo>
                    <a:pt x="262867" y="4064"/>
                    <a:pt x="256898" y="0"/>
                    <a:pt x="250167" y="0"/>
                  </a:cubicBezTo>
                  <a:lnTo>
                    <a:pt x="16614" y="0"/>
                  </a:ln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757362" y="5784110"/>
            <a:ext cx="2800350" cy="334756"/>
            <a:chOff x="0" y="0"/>
            <a:chExt cx="3733800" cy="4463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33800" cy="446342"/>
            </a:xfrm>
            <a:custGeom>
              <a:avLst/>
              <a:gdLst/>
              <a:ahLst/>
              <a:cxnLst/>
              <a:rect r="r" b="b" t="t" l="l"/>
              <a:pathLst>
                <a:path h="446342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446342"/>
                  </a:lnTo>
                  <a:lnTo>
                    <a:pt x="0" y="446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318" r="0" b="-1056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733800" cy="484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</a:t>
              </a:r>
              <a:r>
                <a:rPr lang="en-US" b="true" sz="15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FS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57362" y="6112723"/>
            <a:ext cx="5230626" cy="244035"/>
            <a:chOff x="0" y="0"/>
            <a:chExt cx="6533047" cy="304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33047" cy="304800"/>
            </a:xfrm>
            <a:custGeom>
              <a:avLst/>
              <a:gdLst/>
              <a:ahLst/>
              <a:cxnLst/>
              <a:rect r="r" b="b" t="t" l="l"/>
              <a:pathLst>
                <a:path h="304800" w="6533047">
                  <a:moveTo>
                    <a:pt x="0" y="0"/>
                  </a:moveTo>
                  <a:lnTo>
                    <a:pt x="6533047" y="0"/>
                  </a:lnTo>
                  <a:lnTo>
                    <a:pt x="6533047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473" r="43139" b="-18747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533047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</a:t>
              </a: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ompartilhamento de diretórios e sistemas de arquivos pela rede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28712" y="6412760"/>
            <a:ext cx="457200" cy="457200"/>
            <a:chOff x="0" y="0"/>
            <a:chExt cx="60960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248375" y="6541348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757362" y="6412760"/>
            <a:ext cx="2343150" cy="285750"/>
            <a:chOff x="0" y="0"/>
            <a:chExt cx="3124200" cy="381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24200" cy="381000"/>
            </a:xfrm>
            <a:custGeom>
              <a:avLst/>
              <a:gdLst/>
              <a:ahLst/>
              <a:cxnLst/>
              <a:rect r="r" b="b" t="t" l="l"/>
              <a:pathLst>
                <a:path h="3810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1242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DHCP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57363" y="6679460"/>
            <a:ext cx="2522934" cy="247650"/>
            <a:chOff x="0" y="0"/>
            <a:chExt cx="3105150" cy="304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05150" cy="304800"/>
            </a:xfrm>
            <a:custGeom>
              <a:avLst/>
              <a:gdLst/>
              <a:ahLst/>
              <a:cxnLst/>
              <a:rect r="r" b="b" t="t" l="l"/>
              <a:pathLst>
                <a:path h="304800" w="3105150">
                  <a:moveTo>
                    <a:pt x="0" y="0"/>
                  </a:moveTo>
                  <a:lnTo>
                    <a:pt x="3105150" y="0"/>
                  </a:lnTo>
                  <a:lnTo>
                    <a:pt x="31051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503" r="0" b="-14850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1051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Distribuição automática de IPs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28712" y="7041410"/>
            <a:ext cx="457200" cy="457200"/>
            <a:chOff x="0" y="0"/>
            <a:chExt cx="6096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01579B">
                <a:alpha val="3922"/>
              </a:srgbClr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285875" y="7169998"/>
            <a:ext cx="150019" cy="200025"/>
          </a:xfrm>
          <a:custGeom>
            <a:avLst/>
            <a:gdLst/>
            <a:ahLst/>
            <a:cxnLst/>
            <a:rect r="r" b="b" t="t" l="l"/>
            <a:pathLst>
              <a:path h="200025" w="150019">
                <a:moveTo>
                  <a:pt x="0" y="0"/>
                </a:moveTo>
                <a:lnTo>
                  <a:pt x="150019" y="0"/>
                </a:lnTo>
                <a:lnTo>
                  <a:pt x="150019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757362" y="7041410"/>
            <a:ext cx="2857500" cy="334756"/>
            <a:chOff x="0" y="0"/>
            <a:chExt cx="3810000" cy="44634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10000" cy="446342"/>
            </a:xfrm>
            <a:custGeom>
              <a:avLst/>
              <a:gdLst/>
              <a:ahLst/>
              <a:cxnLst/>
              <a:rect r="r" b="b" t="t" l="l"/>
              <a:pathLst>
                <a:path h="446342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446342"/>
                  </a:lnTo>
                  <a:lnTo>
                    <a:pt x="0" y="446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645" r="0" b="-1090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810000" cy="484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DNS 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57362" y="7336685"/>
            <a:ext cx="5230626" cy="239130"/>
            <a:chOff x="0" y="0"/>
            <a:chExt cx="6667058" cy="304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67058" cy="304800"/>
            </a:xfrm>
            <a:custGeom>
              <a:avLst/>
              <a:gdLst/>
              <a:ahLst/>
              <a:cxnLst/>
              <a:rect r="r" b="b" t="t" l="l"/>
              <a:pathLst>
                <a:path h="304800" w="6667058">
                  <a:moveTo>
                    <a:pt x="0" y="0"/>
                  </a:moveTo>
                  <a:lnTo>
                    <a:pt x="6667058" y="0"/>
                  </a:lnTo>
                  <a:lnTo>
                    <a:pt x="6667058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345" r="43139" b="-19234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667058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Resolve nomes de domínio para endereços IP dentro da rede local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9253538" y="2052638"/>
            <a:ext cx="8467725" cy="6481762"/>
          </a:xfrm>
          <a:custGeom>
            <a:avLst/>
            <a:gdLst/>
            <a:ahLst/>
            <a:cxnLst/>
            <a:rect r="r" b="b" t="t" l="l"/>
            <a:pathLst>
              <a:path h="6481762" w="8467725">
                <a:moveTo>
                  <a:pt x="0" y="0"/>
                </a:moveTo>
                <a:lnTo>
                  <a:pt x="8467724" y="0"/>
                </a:lnTo>
                <a:lnTo>
                  <a:pt x="8467724" y="6481762"/>
                </a:lnTo>
                <a:lnTo>
                  <a:pt x="0" y="64817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9594056" y="2428875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0101262" y="2263235"/>
            <a:ext cx="7572375" cy="572834"/>
            <a:chOff x="0" y="0"/>
            <a:chExt cx="10096500" cy="76377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096500" cy="763778"/>
            </a:xfrm>
            <a:custGeom>
              <a:avLst/>
              <a:gdLst/>
              <a:ahLst/>
              <a:cxnLst/>
              <a:rect r="r" b="b" t="t" l="l"/>
              <a:pathLst>
                <a:path h="763778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763778"/>
                  </a:lnTo>
                  <a:lnTo>
                    <a:pt x="0" y="763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668" r="0" b="-19748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0096500" cy="792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b="true" sz="27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Por que Usar?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9570244" y="3055144"/>
            <a:ext cx="7834312" cy="1833562"/>
          </a:xfrm>
          <a:custGeom>
            <a:avLst/>
            <a:gdLst/>
            <a:ahLst/>
            <a:cxnLst/>
            <a:rect r="r" b="b" t="t" l="l"/>
            <a:pathLst>
              <a:path h="1833562" w="7834312">
                <a:moveTo>
                  <a:pt x="0" y="0"/>
                </a:moveTo>
                <a:lnTo>
                  <a:pt x="7834312" y="0"/>
                </a:lnTo>
                <a:lnTo>
                  <a:pt x="7834312" y="1833562"/>
                </a:lnTo>
                <a:lnTo>
                  <a:pt x="0" y="183356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815512" y="3300412"/>
            <a:ext cx="571500" cy="571500"/>
            <a:chOff x="0" y="0"/>
            <a:chExt cx="762000" cy="762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558462" y="3395662"/>
            <a:ext cx="3902264" cy="381000"/>
            <a:chOff x="0" y="0"/>
            <a:chExt cx="4999776" cy="4881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99776" cy="488156"/>
            </a:xfrm>
            <a:custGeom>
              <a:avLst/>
              <a:gdLst/>
              <a:ahLst/>
              <a:cxnLst/>
              <a:rect r="r" b="b" t="t" l="l"/>
              <a:pathLst>
                <a:path h="488156" w="4999776">
                  <a:moveTo>
                    <a:pt x="0" y="0"/>
                  </a:moveTo>
                  <a:lnTo>
                    <a:pt x="4999776" y="0"/>
                  </a:lnTo>
                  <a:lnTo>
                    <a:pt x="4999776" y="488156"/>
                  </a:lnTo>
                  <a:lnTo>
                    <a:pt x="0" y="488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98" r="53134" b="-4035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4999776" cy="554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Segurança Nativa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815512" y="3986212"/>
            <a:ext cx="7443788" cy="657225"/>
            <a:chOff x="0" y="0"/>
            <a:chExt cx="9925050" cy="8763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925050" cy="876300"/>
            </a:xfrm>
            <a:custGeom>
              <a:avLst/>
              <a:gdLst/>
              <a:ahLst/>
              <a:cxnLst/>
              <a:rect r="r" b="b" t="t" l="l"/>
              <a:pathLst>
                <a:path h="8763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689" r="0" b="-17068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992505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sis</a:t>
              </a: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tema possui políticas de segurança rigorosas, atualizações regulares e uma equipe dedicada a corrigir vulnerabilidades.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9570244" y="5048250"/>
            <a:ext cx="7834312" cy="1504950"/>
          </a:xfrm>
          <a:custGeom>
            <a:avLst/>
            <a:gdLst/>
            <a:ahLst/>
            <a:cxnLst/>
            <a:rect r="r" b="b" t="t" l="l"/>
            <a:pathLst>
              <a:path h="1504950" w="7834312">
                <a:moveTo>
                  <a:pt x="0" y="0"/>
                </a:moveTo>
                <a:lnTo>
                  <a:pt x="7834312" y="0"/>
                </a:lnTo>
                <a:lnTo>
                  <a:pt x="7834312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9815512" y="5188798"/>
            <a:ext cx="571500" cy="571500"/>
            <a:chOff x="0" y="0"/>
            <a:chExt cx="762000" cy="762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0A8E8">
                <a:alpha val="3922"/>
              </a:srgbClr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9960178" y="5345960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2" y="0"/>
                </a:lnTo>
                <a:lnTo>
                  <a:pt x="289322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0558462" y="5300588"/>
            <a:ext cx="4377907" cy="395416"/>
            <a:chOff x="0" y="0"/>
            <a:chExt cx="5061955" cy="457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061955" cy="457200"/>
            </a:xfrm>
            <a:custGeom>
              <a:avLst/>
              <a:gdLst/>
              <a:ahLst/>
              <a:cxnLst/>
              <a:rect r="r" b="b" t="t" l="l"/>
              <a:pathLst>
                <a:path h="457200" w="5061955">
                  <a:moveTo>
                    <a:pt x="0" y="0"/>
                  </a:moveTo>
                  <a:lnTo>
                    <a:pt x="5061955" y="0"/>
                  </a:lnTo>
                  <a:lnTo>
                    <a:pt x="5061955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58226" b="-4011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66675"/>
              <a:ext cx="5061955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Es</a:t>
              </a: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tabilidade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786938" y="5855548"/>
            <a:ext cx="6946236" cy="596708"/>
            <a:chOff x="0" y="0"/>
            <a:chExt cx="8828133" cy="75837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828133" cy="758370"/>
            </a:xfrm>
            <a:custGeom>
              <a:avLst/>
              <a:gdLst/>
              <a:ahLst/>
              <a:cxnLst/>
              <a:rect r="r" b="b" t="t" l="l"/>
              <a:pathLst>
                <a:path h="758370" w="8828133">
                  <a:moveTo>
                    <a:pt x="0" y="0"/>
                  </a:moveTo>
                  <a:lnTo>
                    <a:pt x="8828133" y="0"/>
                  </a:lnTo>
                  <a:lnTo>
                    <a:pt x="8828133" y="758370"/>
                  </a:lnTo>
                  <a:lnTo>
                    <a:pt x="0" y="758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119" r="-12425" b="-18389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8828133" cy="834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D</a:t>
              </a: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ebian segue um ciclo de desenvolvimento rigoroso, com versões lançadas apenas quando consideradas realmente estáveis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570244" y="6716316"/>
            <a:ext cx="7834312" cy="1504950"/>
          </a:xfrm>
          <a:custGeom>
            <a:avLst/>
            <a:gdLst/>
            <a:ahLst/>
            <a:cxnLst/>
            <a:rect r="r" b="b" t="t" l="l"/>
            <a:pathLst>
              <a:path h="1504950" w="7834312">
                <a:moveTo>
                  <a:pt x="0" y="0"/>
                </a:moveTo>
                <a:lnTo>
                  <a:pt x="7834312" y="0"/>
                </a:lnTo>
                <a:lnTo>
                  <a:pt x="7834312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815512" y="6877650"/>
            <a:ext cx="571500" cy="571500"/>
            <a:chOff x="0" y="0"/>
            <a:chExt cx="762000" cy="762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1579B">
                <a:alpha val="3922"/>
              </a:srgbClr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9944100" y="7034813"/>
            <a:ext cx="321469" cy="257175"/>
          </a:xfrm>
          <a:custGeom>
            <a:avLst/>
            <a:gdLst/>
            <a:ahLst/>
            <a:cxnLst/>
            <a:rect r="r" b="b" t="t" l="l"/>
            <a:pathLst>
              <a:path h="257175" w="321469">
                <a:moveTo>
                  <a:pt x="0" y="0"/>
                </a:moveTo>
                <a:lnTo>
                  <a:pt x="321469" y="0"/>
                </a:lnTo>
                <a:lnTo>
                  <a:pt x="321469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0558463" y="6972900"/>
            <a:ext cx="4886325" cy="381000"/>
            <a:chOff x="0" y="0"/>
            <a:chExt cx="5922031" cy="46175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922031" cy="461757"/>
            </a:xfrm>
            <a:custGeom>
              <a:avLst/>
              <a:gdLst/>
              <a:ahLst/>
              <a:cxnLst/>
              <a:rect r="r" b="b" t="t" l="l"/>
              <a:pathLst>
                <a:path h="461757" w="5922031">
                  <a:moveTo>
                    <a:pt x="0" y="0"/>
                  </a:moveTo>
                  <a:lnTo>
                    <a:pt x="5922031" y="0"/>
                  </a:lnTo>
                  <a:lnTo>
                    <a:pt x="5922031" y="461757"/>
                  </a:lnTo>
                  <a:lnTo>
                    <a:pt x="0" y="461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388" r="58824" b="-5240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66675"/>
              <a:ext cx="5922031" cy="528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Ef</a:t>
              </a:r>
              <a:r>
                <a:rPr lang="en-US" b="true" sz="18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iciência e Leveza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908381" y="7486831"/>
            <a:ext cx="7443788" cy="593341"/>
            <a:chOff x="0" y="0"/>
            <a:chExt cx="9925050" cy="79112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925050" cy="791121"/>
            </a:xfrm>
            <a:custGeom>
              <a:avLst/>
              <a:gdLst/>
              <a:ahLst/>
              <a:cxnLst/>
              <a:rect r="r" b="b" t="t" l="l"/>
              <a:pathLst>
                <a:path h="791121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791121"/>
                  </a:lnTo>
                  <a:lnTo>
                    <a:pt x="0" y="791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758" r="0" b="-17214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76200"/>
              <a:ext cx="9925050" cy="8673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Um</a:t>
              </a: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 instalação mínima</a:t>
              </a:r>
              <a:r>
                <a:rPr lang="en-US" sz="15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do Debian consome pouca RAM e CPU, rodando confortavelmente em hardware modesto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933389" y="3414712"/>
            <a:ext cx="342900" cy="342900"/>
            <a:chOff x="0" y="0"/>
            <a:chExt cx="457200" cy="457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4351" y="0"/>
              <a:ext cx="428626" cy="454660"/>
            </a:xfrm>
            <a:custGeom>
              <a:avLst/>
              <a:gdLst/>
              <a:ahLst/>
              <a:cxnLst/>
              <a:rect r="r" b="b" t="t" l="l"/>
              <a:pathLst>
                <a:path h="454660" w="428626">
                  <a:moveTo>
                    <a:pt x="214249" y="0"/>
                  </a:moveTo>
                  <a:cubicBezTo>
                    <a:pt x="218313" y="0"/>
                    <a:pt x="222504" y="889"/>
                    <a:pt x="226187" y="2540"/>
                  </a:cubicBezTo>
                  <a:lnTo>
                    <a:pt x="394462" y="73914"/>
                  </a:lnTo>
                  <a:cubicBezTo>
                    <a:pt x="414147" y="82169"/>
                    <a:pt x="428752" y="101600"/>
                    <a:pt x="428625" y="124968"/>
                  </a:cubicBezTo>
                  <a:cubicBezTo>
                    <a:pt x="428117" y="213487"/>
                    <a:pt x="391795" y="375666"/>
                    <a:pt x="237871" y="449326"/>
                  </a:cubicBezTo>
                  <a:cubicBezTo>
                    <a:pt x="223012" y="456438"/>
                    <a:pt x="205613" y="456438"/>
                    <a:pt x="190754" y="449326"/>
                  </a:cubicBezTo>
                  <a:cubicBezTo>
                    <a:pt x="36830" y="375666"/>
                    <a:pt x="508" y="213614"/>
                    <a:pt x="0" y="124968"/>
                  </a:cubicBezTo>
                  <a:cubicBezTo>
                    <a:pt x="0" y="101600"/>
                    <a:pt x="14605" y="82296"/>
                    <a:pt x="34290" y="73914"/>
                  </a:cubicBezTo>
                  <a:lnTo>
                    <a:pt x="202311" y="2540"/>
                  </a:lnTo>
                  <a:cubicBezTo>
                    <a:pt x="206121" y="889"/>
                    <a:pt x="210058" y="0"/>
                    <a:pt x="214249" y="0"/>
                  </a:cubicBezTo>
                  <a:close/>
                  <a:moveTo>
                    <a:pt x="214249" y="59690"/>
                  </a:moveTo>
                  <a:lnTo>
                    <a:pt x="214249" y="397256"/>
                  </a:lnTo>
                  <a:cubicBezTo>
                    <a:pt x="337439" y="337566"/>
                    <a:pt x="370586" y="205486"/>
                    <a:pt x="371348" y="126365"/>
                  </a:cubicBezTo>
                  <a:lnTo>
                    <a:pt x="214249" y="5969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263615" y="5313213"/>
            <a:ext cx="197282" cy="152400"/>
          </a:xfrm>
          <a:custGeom>
            <a:avLst/>
            <a:gdLst/>
            <a:ahLst/>
            <a:cxnLst/>
            <a:rect r="r" b="b" t="t" l="l"/>
            <a:pathLst>
              <a:path h="152400" w="197282">
                <a:moveTo>
                  <a:pt x="0" y="0"/>
                </a:moveTo>
                <a:lnTo>
                  <a:pt x="197282" y="0"/>
                </a:lnTo>
                <a:lnTo>
                  <a:pt x="197282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277" y="-70786"/>
            <a:ext cx="18967178" cy="10492857"/>
            <a:chOff x="0" y="0"/>
            <a:chExt cx="2479342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793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93422">
                  <a:moveTo>
                    <a:pt x="0" y="0"/>
                  </a:moveTo>
                  <a:lnTo>
                    <a:pt x="24793422" y="0"/>
                  </a:lnTo>
                  <a:lnTo>
                    <a:pt x="24793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83" r="0" b="-14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742950"/>
            <a:ext cx="800100" cy="800100"/>
            <a:chOff x="0" y="0"/>
            <a:chExt cx="1066800" cy="106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42514" y="416854"/>
            <a:ext cx="16030926" cy="1027574"/>
            <a:chOff x="0" y="0"/>
            <a:chExt cx="17053614" cy="1093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53613" cy="1093128"/>
            </a:xfrm>
            <a:custGeom>
              <a:avLst/>
              <a:gdLst/>
              <a:ahLst/>
              <a:cxnLst/>
              <a:rect r="r" b="b" t="t" l="l"/>
              <a:pathLst>
                <a:path h="1093128" w="17053613">
                  <a:moveTo>
                    <a:pt x="0" y="0"/>
                  </a:moveTo>
                  <a:lnTo>
                    <a:pt x="17053613" y="0"/>
                  </a:lnTo>
                  <a:lnTo>
                    <a:pt x="17053613" y="1093128"/>
                  </a:lnTo>
                  <a:lnTo>
                    <a:pt x="0" y="1093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24" r="68722" b="-299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7053614" cy="1045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Qual a Diferença entre VM e Container?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00200" y="1215828"/>
            <a:ext cx="3886200" cy="400050"/>
            <a:chOff x="0" y="0"/>
            <a:chExt cx="5181600" cy="5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81600" cy="533400"/>
            </a:xfrm>
            <a:custGeom>
              <a:avLst/>
              <a:gdLst/>
              <a:ahLst/>
              <a:cxnLst/>
              <a:rect r="r" b="b" t="t" l="l"/>
              <a:pathLst>
                <a:path h="5334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1816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Há muita diferença?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0200" y="1657350"/>
            <a:ext cx="1371600" cy="57150"/>
            <a:chOff x="0" y="0"/>
            <a:chExt cx="18288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38100" y="0"/>
                  </a:moveTo>
                  <a:lnTo>
                    <a:pt x="1790700" y="0"/>
                  </a:lnTo>
                  <a:cubicBezTo>
                    <a:pt x="1811782" y="0"/>
                    <a:pt x="1828800" y="17018"/>
                    <a:pt x="1828800" y="38100"/>
                  </a:cubicBezTo>
                  <a:cubicBezTo>
                    <a:pt x="1828800" y="59182"/>
                    <a:pt x="1811782" y="76200"/>
                    <a:pt x="1790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91719" y="1787328"/>
            <a:ext cx="8559213" cy="4946456"/>
          </a:xfrm>
          <a:custGeom>
            <a:avLst/>
            <a:gdLst/>
            <a:ahLst/>
            <a:cxnLst/>
            <a:rect r="r" b="b" t="t" l="l"/>
            <a:pathLst>
              <a:path h="4946456" w="8559213">
                <a:moveTo>
                  <a:pt x="0" y="0"/>
                </a:moveTo>
                <a:lnTo>
                  <a:pt x="8559212" y="0"/>
                </a:lnTo>
                <a:lnTo>
                  <a:pt x="8559212" y="4946456"/>
                </a:lnTo>
                <a:lnTo>
                  <a:pt x="0" y="4946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72382" y="2067992"/>
            <a:ext cx="797300" cy="797300"/>
            <a:chOff x="0" y="0"/>
            <a:chExt cx="1063066" cy="1063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3117" cy="1063117"/>
            </a:xfrm>
            <a:custGeom>
              <a:avLst/>
              <a:gdLst/>
              <a:ahLst/>
              <a:cxnLst/>
              <a:rect r="r" b="b" t="t" l="l"/>
              <a:pathLst>
                <a:path h="1063117" w="1063117">
                  <a:moveTo>
                    <a:pt x="265811" y="0"/>
                  </a:moveTo>
                  <a:lnTo>
                    <a:pt x="797306" y="0"/>
                  </a:lnTo>
                  <a:cubicBezTo>
                    <a:pt x="943991" y="0"/>
                    <a:pt x="1063117" y="119126"/>
                    <a:pt x="1063117" y="265811"/>
                  </a:cubicBezTo>
                  <a:lnTo>
                    <a:pt x="1063117" y="797306"/>
                  </a:lnTo>
                  <a:cubicBezTo>
                    <a:pt x="1063117" y="943991"/>
                    <a:pt x="943991" y="1063117"/>
                    <a:pt x="797306" y="1063117"/>
                  </a:cubicBezTo>
                  <a:lnTo>
                    <a:pt x="265811" y="1063117"/>
                  </a:lnTo>
                  <a:cubicBezTo>
                    <a:pt x="119126" y="1063117"/>
                    <a:pt x="0" y="943991"/>
                    <a:pt x="0" y="797306"/>
                  </a:cubicBezTo>
                  <a:lnTo>
                    <a:pt x="0" y="265811"/>
                  </a:lnTo>
                  <a:cubicBezTo>
                    <a:pt x="0" y="119126"/>
                    <a:pt x="119126" y="0"/>
                    <a:pt x="265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B342">
                    <a:alpha val="100000"/>
                  </a:srgbClr>
                </a:gs>
                <a:gs pos="100000">
                  <a:srgbClr val="558B2F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10631" y="2279771"/>
            <a:ext cx="327012" cy="373732"/>
          </a:xfrm>
          <a:custGeom>
            <a:avLst/>
            <a:gdLst/>
            <a:ahLst/>
            <a:cxnLst/>
            <a:rect r="r" b="b" t="t" l="l"/>
            <a:pathLst>
              <a:path h="373732" w="327012">
                <a:moveTo>
                  <a:pt x="0" y="0"/>
                </a:moveTo>
                <a:lnTo>
                  <a:pt x="327012" y="0"/>
                </a:lnTo>
                <a:lnTo>
                  <a:pt x="327012" y="373732"/>
                </a:lnTo>
                <a:lnTo>
                  <a:pt x="0" y="373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769002" y="2117817"/>
            <a:ext cx="1856203" cy="499621"/>
            <a:chOff x="0" y="0"/>
            <a:chExt cx="2474938" cy="6661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74942" cy="666161"/>
            </a:xfrm>
            <a:custGeom>
              <a:avLst/>
              <a:gdLst/>
              <a:ahLst/>
              <a:cxnLst/>
              <a:rect r="r" b="b" t="t" l="l"/>
              <a:pathLst>
                <a:path h="666161" w="2474942">
                  <a:moveTo>
                    <a:pt x="0" y="0"/>
                  </a:moveTo>
                  <a:lnTo>
                    <a:pt x="2474942" y="0"/>
                  </a:lnTo>
                  <a:lnTo>
                    <a:pt x="2474942" y="666161"/>
                  </a:lnTo>
                  <a:lnTo>
                    <a:pt x="0" y="666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96" r="0" b="-1228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474938" cy="694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6"/>
                </a:lnSpc>
              </a:pPr>
              <a:r>
                <a:rPr lang="en-US" sz="2353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69002" y="2592446"/>
            <a:ext cx="3002323" cy="319235"/>
            <a:chOff x="0" y="0"/>
            <a:chExt cx="3806219" cy="4047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06216" cy="404707"/>
            </a:xfrm>
            <a:custGeom>
              <a:avLst/>
              <a:gdLst/>
              <a:ahLst/>
              <a:cxnLst/>
              <a:rect r="r" b="b" t="t" l="l"/>
              <a:pathLst>
                <a:path h="404707" w="3806216">
                  <a:moveTo>
                    <a:pt x="0" y="0"/>
                  </a:moveTo>
                  <a:lnTo>
                    <a:pt x="3806216" y="0"/>
                  </a:lnTo>
                  <a:lnTo>
                    <a:pt x="3806216" y="404707"/>
                  </a:lnTo>
                  <a:lnTo>
                    <a:pt x="0" y="4047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07" r="36721" b="-6521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3806219" cy="480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sz="19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Virtual Machine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69087" y="3061316"/>
            <a:ext cx="8004477" cy="1376944"/>
          </a:xfrm>
          <a:custGeom>
            <a:avLst/>
            <a:gdLst/>
            <a:ahLst/>
            <a:cxnLst/>
            <a:rect r="r" b="b" t="t" l="l"/>
            <a:pathLst>
              <a:path h="1376944" w="8004477">
                <a:moveTo>
                  <a:pt x="0" y="0"/>
                </a:moveTo>
                <a:lnTo>
                  <a:pt x="8004476" y="0"/>
                </a:lnTo>
                <a:lnTo>
                  <a:pt x="8004476" y="1376943"/>
                </a:lnTo>
                <a:lnTo>
                  <a:pt x="0" y="1376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6785" y="3276390"/>
            <a:ext cx="224238" cy="199320"/>
          </a:xfrm>
          <a:custGeom>
            <a:avLst/>
            <a:gdLst/>
            <a:ahLst/>
            <a:cxnLst/>
            <a:rect r="r" b="b" t="t" l="l"/>
            <a:pathLst>
              <a:path h="199320" w="224238">
                <a:moveTo>
                  <a:pt x="0" y="0"/>
                </a:moveTo>
                <a:lnTo>
                  <a:pt x="224238" y="0"/>
                </a:lnTo>
                <a:lnTo>
                  <a:pt x="224238" y="199321"/>
                </a:lnTo>
                <a:lnTo>
                  <a:pt x="0" y="199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95949" y="3169936"/>
            <a:ext cx="7524493" cy="412258"/>
            <a:chOff x="0" y="0"/>
            <a:chExt cx="10032657" cy="5496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32654" cy="549670"/>
            </a:xfrm>
            <a:custGeom>
              <a:avLst/>
              <a:gdLst/>
              <a:ahLst/>
              <a:cxnLst/>
              <a:rect r="r" b="b" t="t" l="l"/>
              <a:pathLst>
                <a:path h="549670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70"/>
                  </a:lnTo>
                  <a:lnTo>
                    <a:pt x="0" y="549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80" r="0" b="-2919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032657" cy="606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sz="1968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Qual a diferença ?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4336" y="3625215"/>
            <a:ext cx="7773648" cy="693938"/>
            <a:chOff x="0" y="0"/>
            <a:chExt cx="10364864" cy="9252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364862" cy="925249"/>
            </a:xfrm>
            <a:custGeom>
              <a:avLst/>
              <a:gdLst/>
              <a:ahLst/>
              <a:cxnLst/>
              <a:rect r="r" b="b" t="t" l="l"/>
              <a:pathLst>
                <a:path h="925249" w="10364862">
                  <a:moveTo>
                    <a:pt x="0" y="0"/>
                  </a:moveTo>
                  <a:lnTo>
                    <a:pt x="10364862" y="0"/>
                  </a:lnTo>
                  <a:lnTo>
                    <a:pt x="10364862" y="925249"/>
                  </a:lnTo>
                  <a:lnTo>
                    <a:pt x="0" y="9252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600" r="0" b="-1649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10364864" cy="103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Uma VM emu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 um computador completo (hardware virtualizado: CPU, memória, discos, placas de rede). 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769087" y="4581163"/>
            <a:ext cx="8004477" cy="1875253"/>
          </a:xfrm>
          <a:custGeom>
            <a:avLst/>
            <a:gdLst/>
            <a:ahLst/>
            <a:cxnLst/>
            <a:rect r="r" b="b" t="t" l="l"/>
            <a:pathLst>
              <a:path h="1875253" w="8004477">
                <a:moveTo>
                  <a:pt x="0" y="0"/>
                </a:moveTo>
                <a:lnTo>
                  <a:pt x="8004476" y="0"/>
                </a:lnTo>
                <a:lnTo>
                  <a:pt x="8004476" y="1875253"/>
                </a:lnTo>
                <a:lnTo>
                  <a:pt x="0" y="1875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34336" y="4796238"/>
            <a:ext cx="249155" cy="199320"/>
          </a:xfrm>
          <a:custGeom>
            <a:avLst/>
            <a:gdLst/>
            <a:ahLst/>
            <a:cxnLst/>
            <a:rect r="r" b="b" t="t" l="l"/>
            <a:pathLst>
              <a:path h="199320" w="249155">
                <a:moveTo>
                  <a:pt x="0" y="0"/>
                </a:moveTo>
                <a:lnTo>
                  <a:pt x="249155" y="0"/>
                </a:lnTo>
                <a:lnTo>
                  <a:pt x="249155" y="199320"/>
                </a:lnTo>
                <a:lnTo>
                  <a:pt x="0" y="1993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14999" y="4746412"/>
            <a:ext cx="7524493" cy="412258"/>
            <a:chOff x="0" y="0"/>
            <a:chExt cx="10032657" cy="5496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32654" cy="549670"/>
            </a:xfrm>
            <a:custGeom>
              <a:avLst/>
              <a:gdLst/>
              <a:ahLst/>
              <a:cxnLst/>
              <a:rect r="r" b="b" t="t" l="l"/>
              <a:pathLst>
                <a:path h="549670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70"/>
                  </a:lnTo>
                  <a:lnTo>
                    <a:pt x="0" y="549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80" r="0" b="-2919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032657" cy="606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sz="1968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Recursos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0150" y="5194887"/>
            <a:ext cx="152610" cy="174412"/>
            <a:chOff x="0" y="0"/>
            <a:chExt cx="203479" cy="232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05474" y="5154872"/>
            <a:ext cx="5048548" cy="303149"/>
            <a:chOff x="0" y="0"/>
            <a:chExt cx="6424895" cy="3857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24891" cy="385796"/>
            </a:xfrm>
            <a:custGeom>
              <a:avLst/>
              <a:gdLst/>
              <a:ahLst/>
              <a:cxnLst/>
              <a:rect r="r" b="b" t="t" l="l"/>
              <a:pathLst>
                <a:path h="385796" w="6424891">
                  <a:moveTo>
                    <a:pt x="0" y="0"/>
                  </a:moveTo>
                  <a:lnTo>
                    <a:pt x="6424891" y="0"/>
                  </a:lnTo>
                  <a:lnTo>
                    <a:pt x="6424891" y="385796"/>
                  </a:lnTo>
                  <a:lnTo>
                    <a:pt x="0" y="385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937" r="30972" b="-16704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6424895" cy="442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Isol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amento máximo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0150" y="5493877"/>
            <a:ext cx="152610" cy="174412"/>
            <a:chOff x="0" y="0"/>
            <a:chExt cx="203479" cy="2325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5474" y="5439020"/>
            <a:ext cx="5923374" cy="303149"/>
            <a:chOff x="0" y="0"/>
            <a:chExt cx="7691570" cy="3936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91574" cy="393644"/>
            </a:xfrm>
            <a:custGeom>
              <a:avLst/>
              <a:gdLst/>
              <a:ahLst/>
              <a:cxnLst/>
              <a:rect r="r" b="b" t="t" l="l"/>
              <a:pathLst>
                <a:path h="393644" w="7691574">
                  <a:moveTo>
                    <a:pt x="0" y="0"/>
                  </a:moveTo>
                  <a:lnTo>
                    <a:pt x="7691574" y="0"/>
                  </a:lnTo>
                  <a:lnTo>
                    <a:pt x="7691574" y="393644"/>
                  </a:lnTo>
                  <a:lnTo>
                    <a:pt x="0" y="3936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929" r="34565" b="-19132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7691570" cy="45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onsome mais recursos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0150" y="5783332"/>
            <a:ext cx="152610" cy="174412"/>
            <a:chOff x="0" y="0"/>
            <a:chExt cx="203479" cy="2325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05474" y="5751722"/>
            <a:ext cx="4196029" cy="303149"/>
            <a:chOff x="0" y="0"/>
            <a:chExt cx="5342040" cy="38594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42043" cy="385946"/>
            </a:xfrm>
            <a:custGeom>
              <a:avLst/>
              <a:gdLst/>
              <a:ahLst/>
              <a:cxnLst/>
              <a:rect r="r" b="b" t="t" l="l"/>
              <a:pathLst>
                <a:path h="385946" w="5342043">
                  <a:moveTo>
                    <a:pt x="0" y="0"/>
                  </a:moveTo>
                  <a:lnTo>
                    <a:pt x="5342043" y="0"/>
                  </a:lnTo>
                  <a:lnTo>
                    <a:pt x="5342043" y="385946"/>
                  </a:lnTo>
                  <a:lnTo>
                    <a:pt x="0" y="3859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130" r="30972" b="-12920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5342040" cy="443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Fácil Descarte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0150" y="6091847"/>
            <a:ext cx="152610" cy="174412"/>
            <a:chOff x="0" y="0"/>
            <a:chExt cx="203479" cy="2325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05474" y="6073848"/>
            <a:ext cx="7706645" cy="636524"/>
            <a:chOff x="0" y="0"/>
            <a:chExt cx="9813693" cy="81055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813686" cy="810556"/>
            </a:xfrm>
            <a:custGeom>
              <a:avLst/>
              <a:gdLst/>
              <a:ahLst/>
              <a:cxnLst/>
              <a:rect r="r" b="b" t="t" l="l"/>
              <a:pathLst>
                <a:path h="810556" w="9813686">
                  <a:moveTo>
                    <a:pt x="0" y="0"/>
                  </a:moveTo>
                  <a:lnTo>
                    <a:pt x="9813686" y="0"/>
                  </a:lnTo>
                  <a:lnTo>
                    <a:pt x="9813686" y="810556"/>
                  </a:lnTo>
                  <a:lnTo>
                    <a:pt x="0" y="810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84" r="70379" b="963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9813693" cy="867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Ide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 para rodar sistemas operacionais diferentes no mesmo servidor</a:t>
              </a:r>
            </a:p>
            <a:p>
              <a:pPr algn="l">
                <a:lnSpc>
                  <a:spcPts val="2698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9289628" y="1787328"/>
            <a:ext cx="8559213" cy="4946456"/>
          </a:xfrm>
          <a:custGeom>
            <a:avLst/>
            <a:gdLst/>
            <a:ahLst/>
            <a:cxnLst/>
            <a:rect r="r" b="b" t="t" l="l"/>
            <a:pathLst>
              <a:path h="4946456" w="8559213">
                <a:moveTo>
                  <a:pt x="0" y="0"/>
                </a:moveTo>
                <a:lnTo>
                  <a:pt x="8559212" y="0"/>
                </a:lnTo>
                <a:lnTo>
                  <a:pt x="8559212" y="4946456"/>
                </a:lnTo>
                <a:lnTo>
                  <a:pt x="0" y="49464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9520457" y="2067992"/>
            <a:ext cx="797300" cy="797300"/>
            <a:chOff x="0" y="0"/>
            <a:chExt cx="1063066" cy="106306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3117" cy="1063117"/>
            </a:xfrm>
            <a:custGeom>
              <a:avLst/>
              <a:gdLst/>
              <a:ahLst/>
              <a:cxnLst/>
              <a:rect r="r" b="b" t="t" l="l"/>
              <a:pathLst>
                <a:path h="1063117" w="1063117">
                  <a:moveTo>
                    <a:pt x="265811" y="0"/>
                  </a:moveTo>
                  <a:lnTo>
                    <a:pt x="797306" y="0"/>
                  </a:lnTo>
                  <a:cubicBezTo>
                    <a:pt x="943991" y="0"/>
                    <a:pt x="1063117" y="119126"/>
                    <a:pt x="1063117" y="265811"/>
                  </a:cubicBezTo>
                  <a:lnTo>
                    <a:pt x="1063117" y="797306"/>
                  </a:lnTo>
                  <a:cubicBezTo>
                    <a:pt x="1063117" y="943991"/>
                    <a:pt x="943991" y="1063117"/>
                    <a:pt x="797306" y="1063117"/>
                  </a:cubicBezTo>
                  <a:lnTo>
                    <a:pt x="265811" y="1063117"/>
                  </a:lnTo>
                  <a:cubicBezTo>
                    <a:pt x="119126" y="1063117"/>
                    <a:pt x="0" y="943991"/>
                    <a:pt x="0" y="797306"/>
                  </a:cubicBezTo>
                  <a:lnTo>
                    <a:pt x="0" y="265811"/>
                  </a:lnTo>
                  <a:cubicBezTo>
                    <a:pt x="0" y="119126"/>
                    <a:pt x="119126" y="0"/>
                    <a:pt x="265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500399" y="2094969"/>
            <a:ext cx="4137800" cy="499621"/>
            <a:chOff x="0" y="0"/>
            <a:chExt cx="5517067" cy="66616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17069" cy="666161"/>
            </a:xfrm>
            <a:custGeom>
              <a:avLst/>
              <a:gdLst/>
              <a:ahLst/>
              <a:cxnLst/>
              <a:rect r="r" b="b" t="t" l="l"/>
              <a:pathLst>
                <a:path h="666161" w="5517069">
                  <a:moveTo>
                    <a:pt x="0" y="0"/>
                  </a:moveTo>
                  <a:lnTo>
                    <a:pt x="5517069" y="0"/>
                  </a:lnTo>
                  <a:lnTo>
                    <a:pt x="5517069" y="666161"/>
                  </a:lnTo>
                  <a:lnTo>
                    <a:pt x="0" y="666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50" r="60559" b="-354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5517067" cy="694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6"/>
                </a:lnSpc>
              </a:pPr>
              <a:r>
                <a:rPr lang="en-US" sz="2353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Container LXC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517076" y="2600405"/>
            <a:ext cx="2782710" cy="303322"/>
            <a:chOff x="0" y="0"/>
            <a:chExt cx="3710280" cy="4044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710286" cy="404424"/>
            </a:xfrm>
            <a:custGeom>
              <a:avLst/>
              <a:gdLst/>
              <a:ahLst/>
              <a:cxnLst/>
              <a:rect r="r" b="b" t="t" l="l"/>
              <a:pathLst>
                <a:path h="404424" w="3710286">
                  <a:moveTo>
                    <a:pt x="0" y="0"/>
                  </a:moveTo>
                  <a:lnTo>
                    <a:pt x="3710286" y="0"/>
                  </a:lnTo>
                  <a:lnTo>
                    <a:pt x="3710286" y="404424"/>
                  </a:lnTo>
                  <a:lnTo>
                    <a:pt x="0" y="404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49" r="43144" b="-5092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85725"/>
              <a:ext cx="3710280" cy="49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Linux Container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9517161" y="3061316"/>
            <a:ext cx="8004477" cy="1376944"/>
          </a:xfrm>
          <a:custGeom>
            <a:avLst/>
            <a:gdLst/>
            <a:ahLst/>
            <a:cxnLst/>
            <a:rect r="r" b="b" t="t" l="l"/>
            <a:pathLst>
              <a:path h="1376944" w="8004477">
                <a:moveTo>
                  <a:pt x="0" y="0"/>
                </a:moveTo>
                <a:lnTo>
                  <a:pt x="8004477" y="0"/>
                </a:lnTo>
                <a:lnTo>
                  <a:pt x="8004477" y="1376943"/>
                </a:lnTo>
                <a:lnTo>
                  <a:pt x="0" y="13769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9694869" y="3276390"/>
            <a:ext cx="224238" cy="199320"/>
          </a:xfrm>
          <a:custGeom>
            <a:avLst/>
            <a:gdLst/>
            <a:ahLst/>
            <a:cxnLst/>
            <a:rect r="r" b="b" t="t" l="l"/>
            <a:pathLst>
              <a:path h="199320" w="224238">
                <a:moveTo>
                  <a:pt x="0" y="0"/>
                </a:moveTo>
                <a:lnTo>
                  <a:pt x="224237" y="0"/>
                </a:lnTo>
                <a:lnTo>
                  <a:pt x="224237" y="199321"/>
                </a:lnTo>
                <a:lnTo>
                  <a:pt x="0" y="19932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9950615" y="3165360"/>
            <a:ext cx="7524493" cy="412258"/>
            <a:chOff x="0" y="0"/>
            <a:chExt cx="10032657" cy="54967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32654" cy="549670"/>
            </a:xfrm>
            <a:custGeom>
              <a:avLst/>
              <a:gdLst/>
              <a:ahLst/>
              <a:cxnLst/>
              <a:rect r="r" b="b" t="t" l="l"/>
              <a:pathLst>
                <a:path h="549670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70"/>
                  </a:lnTo>
                  <a:lnTo>
                    <a:pt x="0" y="549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80" r="0" b="-29190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0032657" cy="606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sz="1968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Qual a diferença?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82410" y="3625215"/>
            <a:ext cx="7773648" cy="693938"/>
            <a:chOff x="0" y="0"/>
            <a:chExt cx="10364864" cy="9252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364862" cy="925249"/>
            </a:xfrm>
            <a:custGeom>
              <a:avLst/>
              <a:gdLst/>
              <a:ahLst/>
              <a:cxnLst/>
              <a:rect r="r" b="b" t="t" l="l"/>
              <a:pathLst>
                <a:path h="925249" w="10364862">
                  <a:moveTo>
                    <a:pt x="0" y="0"/>
                  </a:moveTo>
                  <a:lnTo>
                    <a:pt x="10364862" y="0"/>
                  </a:lnTo>
                  <a:lnTo>
                    <a:pt x="10364862" y="925249"/>
                  </a:lnTo>
                  <a:lnTo>
                    <a:pt x="0" y="9252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600" r="0" b="-1649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04775"/>
              <a:ext cx="10364864" cy="103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Um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contain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er compartilha o mesmo kernel do sistema ope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ra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ci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</a:t>
              </a:r>
              <a:r>
                <a:rPr lang="en-US" sz="1868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host, mas isola os processos em espaços separados.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9588014" y="4581163"/>
            <a:ext cx="8004477" cy="1875253"/>
          </a:xfrm>
          <a:custGeom>
            <a:avLst/>
            <a:gdLst/>
            <a:ahLst/>
            <a:cxnLst/>
            <a:rect r="r" b="b" t="t" l="l"/>
            <a:pathLst>
              <a:path h="1875253" w="8004477">
                <a:moveTo>
                  <a:pt x="0" y="0"/>
                </a:moveTo>
                <a:lnTo>
                  <a:pt x="8004476" y="0"/>
                </a:lnTo>
                <a:lnTo>
                  <a:pt x="8004476" y="1875253"/>
                </a:lnTo>
                <a:lnTo>
                  <a:pt x="0" y="18752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9682410" y="4796238"/>
            <a:ext cx="249155" cy="199320"/>
          </a:xfrm>
          <a:custGeom>
            <a:avLst/>
            <a:gdLst/>
            <a:ahLst/>
            <a:cxnLst/>
            <a:rect r="r" b="b" t="t" l="l"/>
            <a:pathLst>
              <a:path h="199320" w="249155">
                <a:moveTo>
                  <a:pt x="0" y="0"/>
                </a:moveTo>
                <a:lnTo>
                  <a:pt x="249155" y="0"/>
                </a:lnTo>
                <a:lnTo>
                  <a:pt x="249155" y="199320"/>
                </a:lnTo>
                <a:lnTo>
                  <a:pt x="0" y="19932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0000078" y="4746412"/>
            <a:ext cx="7524493" cy="412258"/>
            <a:chOff x="0" y="0"/>
            <a:chExt cx="10032657" cy="54967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032654" cy="549670"/>
            </a:xfrm>
            <a:custGeom>
              <a:avLst/>
              <a:gdLst/>
              <a:ahLst/>
              <a:cxnLst/>
              <a:rect r="r" b="b" t="t" l="l"/>
              <a:pathLst>
                <a:path h="549670" w="10032654">
                  <a:moveTo>
                    <a:pt x="0" y="0"/>
                  </a:moveTo>
                  <a:lnTo>
                    <a:pt x="10032654" y="0"/>
                  </a:lnTo>
                  <a:lnTo>
                    <a:pt x="10032654" y="549670"/>
                  </a:lnTo>
                  <a:lnTo>
                    <a:pt x="0" y="549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80" r="0" b="-29190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10032657" cy="606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"/>
                </a:lnSpc>
              </a:pPr>
              <a:r>
                <a:rPr lang="en-US" sz="1968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Características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718224" y="5194887"/>
            <a:ext cx="152610" cy="174412"/>
            <a:chOff x="0" y="0"/>
            <a:chExt cx="203479" cy="2325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966084" y="5059722"/>
            <a:ext cx="6302514" cy="485289"/>
            <a:chOff x="0" y="0"/>
            <a:chExt cx="8020721" cy="61759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020724" cy="617592"/>
            </a:xfrm>
            <a:custGeom>
              <a:avLst/>
              <a:gdLst/>
              <a:ahLst/>
              <a:cxnLst/>
              <a:rect r="r" b="b" t="t" l="l"/>
              <a:pathLst>
                <a:path h="617592" w="8020724">
                  <a:moveTo>
                    <a:pt x="0" y="0"/>
                  </a:moveTo>
                  <a:lnTo>
                    <a:pt x="8020724" y="0"/>
                  </a:lnTo>
                  <a:lnTo>
                    <a:pt x="8020724" y="617592"/>
                  </a:lnTo>
                  <a:lnTo>
                    <a:pt x="0" y="61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12" r="41392" b="-7520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8020721" cy="674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Isolamento leve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718224" y="5493877"/>
            <a:ext cx="152610" cy="174412"/>
            <a:chOff x="0" y="0"/>
            <a:chExt cx="203479" cy="23255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956559" y="5266274"/>
            <a:ext cx="7038927" cy="637037"/>
            <a:chOff x="0" y="0"/>
            <a:chExt cx="8492858" cy="7686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492849" cy="768621"/>
            </a:xfrm>
            <a:custGeom>
              <a:avLst/>
              <a:gdLst/>
              <a:ahLst/>
              <a:cxnLst/>
              <a:rect r="r" b="b" t="t" l="l"/>
              <a:pathLst>
                <a:path h="768621" w="8492849">
                  <a:moveTo>
                    <a:pt x="0" y="0"/>
                  </a:moveTo>
                  <a:lnTo>
                    <a:pt x="8492849" y="0"/>
                  </a:lnTo>
                  <a:lnTo>
                    <a:pt x="8492849" y="768621"/>
                  </a:lnTo>
                  <a:lnTo>
                    <a:pt x="0" y="7686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85" r="57363" b="-1340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8492858" cy="825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Inicialização super rápida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18224" y="5792857"/>
            <a:ext cx="152610" cy="174412"/>
            <a:chOff x="0" y="0"/>
            <a:chExt cx="203479" cy="23255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956559" y="5735511"/>
            <a:ext cx="5751415" cy="636524"/>
            <a:chOff x="0" y="0"/>
            <a:chExt cx="7440953" cy="82351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440958" cy="823512"/>
            </a:xfrm>
            <a:custGeom>
              <a:avLst/>
              <a:gdLst/>
              <a:ahLst/>
              <a:cxnLst/>
              <a:rect r="r" b="b" t="t" l="l"/>
              <a:pathLst>
                <a:path h="823512" w="7440958">
                  <a:moveTo>
                    <a:pt x="0" y="0"/>
                  </a:moveTo>
                  <a:lnTo>
                    <a:pt x="7440958" y="0"/>
                  </a:lnTo>
                  <a:lnTo>
                    <a:pt x="7440958" y="823512"/>
                  </a:lnTo>
                  <a:lnTo>
                    <a:pt x="0" y="823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63" r="53122" b="-270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7440953" cy="880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aixo consumo de RAM e CPU</a:t>
              </a:r>
            </a:p>
            <a:p>
              <a:pPr algn="l">
                <a:lnSpc>
                  <a:spcPts val="2698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718224" y="6091847"/>
            <a:ext cx="152610" cy="174412"/>
            <a:chOff x="0" y="0"/>
            <a:chExt cx="203479" cy="23255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32" y="29044"/>
              <a:ext cx="203461" cy="188942"/>
            </a:xfrm>
            <a:custGeom>
              <a:avLst/>
              <a:gdLst/>
              <a:ahLst/>
              <a:cxnLst/>
              <a:rect r="r" b="b" t="t" l="l"/>
              <a:pathLst>
                <a:path h="188942" w="203461">
                  <a:moveTo>
                    <a:pt x="197453" y="2833"/>
                  </a:moveTo>
                  <a:cubicBezTo>
                    <a:pt x="203930" y="7532"/>
                    <a:pt x="205454" y="16676"/>
                    <a:pt x="200628" y="23153"/>
                  </a:cubicBezTo>
                  <a:lnTo>
                    <a:pt x="84423" y="182919"/>
                  </a:lnTo>
                  <a:cubicBezTo>
                    <a:pt x="81883" y="186348"/>
                    <a:pt x="78073" y="188507"/>
                    <a:pt x="73755" y="188888"/>
                  </a:cubicBezTo>
                  <a:cubicBezTo>
                    <a:pt x="69437" y="189269"/>
                    <a:pt x="65373" y="187618"/>
                    <a:pt x="62325" y="184697"/>
                  </a:cubicBezTo>
                  <a:lnTo>
                    <a:pt x="4286" y="126531"/>
                  </a:lnTo>
                  <a:cubicBezTo>
                    <a:pt x="-1429" y="120816"/>
                    <a:pt x="-1429" y="111672"/>
                    <a:pt x="4286" y="105957"/>
                  </a:cubicBezTo>
                  <a:cubicBezTo>
                    <a:pt x="10001" y="100242"/>
                    <a:pt x="19145" y="100242"/>
                    <a:pt x="24860" y="105957"/>
                  </a:cubicBezTo>
                  <a:lnTo>
                    <a:pt x="70961" y="152058"/>
                  </a:lnTo>
                  <a:lnTo>
                    <a:pt x="177260" y="6008"/>
                  </a:lnTo>
                  <a:cubicBezTo>
                    <a:pt x="181959" y="-469"/>
                    <a:pt x="191103" y="-1993"/>
                    <a:pt x="197580" y="2833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956559" y="6083373"/>
            <a:ext cx="8177958" cy="636524"/>
            <a:chOff x="0" y="0"/>
            <a:chExt cx="10413866" cy="81055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13864" cy="810556"/>
            </a:xfrm>
            <a:custGeom>
              <a:avLst/>
              <a:gdLst/>
              <a:ahLst/>
              <a:cxnLst/>
              <a:rect r="r" b="b" t="t" l="l"/>
              <a:pathLst>
                <a:path h="810556" w="10413864">
                  <a:moveTo>
                    <a:pt x="0" y="0"/>
                  </a:moveTo>
                  <a:lnTo>
                    <a:pt x="10413864" y="0"/>
                  </a:lnTo>
                  <a:lnTo>
                    <a:pt x="10413864" y="810556"/>
                  </a:lnTo>
                  <a:lnTo>
                    <a:pt x="0" y="810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0" r="75596" b="1841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10413866" cy="867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Ideal para 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serviços de rede, microsserviços e aplicações leves</a:t>
              </a:r>
            </a:p>
            <a:p>
              <a:pPr algn="l">
                <a:lnSpc>
                  <a:spcPts val="2698"/>
                </a:lnSpc>
              </a:pP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491719" y="6829824"/>
            <a:ext cx="17304563" cy="3376784"/>
          </a:xfrm>
          <a:custGeom>
            <a:avLst/>
            <a:gdLst/>
            <a:ahLst/>
            <a:cxnLst/>
            <a:rect r="r" b="b" t="t" l="l"/>
            <a:pathLst>
              <a:path h="3376784" w="17304563">
                <a:moveTo>
                  <a:pt x="0" y="0"/>
                </a:moveTo>
                <a:lnTo>
                  <a:pt x="17304562" y="0"/>
                </a:lnTo>
                <a:lnTo>
                  <a:pt x="17304562" y="3376784"/>
                </a:lnTo>
                <a:lnTo>
                  <a:pt x="0" y="337678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772382" y="7262879"/>
            <a:ext cx="797300" cy="797300"/>
            <a:chOff x="0" y="0"/>
            <a:chExt cx="1063066" cy="106306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63117" cy="1063117"/>
            </a:xfrm>
            <a:custGeom>
              <a:avLst/>
              <a:gdLst/>
              <a:ahLst/>
              <a:cxnLst/>
              <a:rect r="r" b="b" t="t" l="l"/>
              <a:pathLst>
                <a:path h="1063117" w="1063117">
                  <a:moveTo>
                    <a:pt x="265811" y="0"/>
                  </a:moveTo>
                  <a:lnTo>
                    <a:pt x="797306" y="0"/>
                  </a:lnTo>
                  <a:cubicBezTo>
                    <a:pt x="943991" y="0"/>
                    <a:pt x="1063117" y="119126"/>
                    <a:pt x="1063117" y="265811"/>
                  </a:cubicBezTo>
                  <a:lnTo>
                    <a:pt x="1063117" y="797306"/>
                  </a:lnTo>
                  <a:cubicBezTo>
                    <a:pt x="1063117" y="943991"/>
                    <a:pt x="943991" y="1063117"/>
                    <a:pt x="797306" y="1063117"/>
                  </a:cubicBezTo>
                  <a:lnTo>
                    <a:pt x="265811" y="1063117"/>
                  </a:lnTo>
                  <a:cubicBezTo>
                    <a:pt x="119126" y="1063117"/>
                    <a:pt x="0" y="943991"/>
                    <a:pt x="0" y="797306"/>
                  </a:cubicBezTo>
                  <a:lnTo>
                    <a:pt x="0" y="265811"/>
                  </a:lnTo>
                  <a:cubicBezTo>
                    <a:pt x="0" y="119126"/>
                    <a:pt x="119126" y="0"/>
                    <a:pt x="2658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1010631" y="7474658"/>
            <a:ext cx="327012" cy="373732"/>
          </a:xfrm>
          <a:custGeom>
            <a:avLst/>
            <a:gdLst/>
            <a:ahLst/>
            <a:cxnLst/>
            <a:rect r="r" b="b" t="t" l="l"/>
            <a:pathLst>
              <a:path h="373732" w="327012">
                <a:moveTo>
                  <a:pt x="0" y="0"/>
                </a:moveTo>
                <a:lnTo>
                  <a:pt x="327012" y="0"/>
                </a:lnTo>
                <a:lnTo>
                  <a:pt x="327012" y="373732"/>
                </a:lnTo>
                <a:lnTo>
                  <a:pt x="0" y="37373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769002" y="7342616"/>
            <a:ext cx="5200665" cy="499621"/>
            <a:chOff x="0" y="0"/>
            <a:chExt cx="6934220" cy="66616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934218" cy="666161"/>
            </a:xfrm>
            <a:custGeom>
              <a:avLst/>
              <a:gdLst/>
              <a:ahLst/>
              <a:cxnLst/>
              <a:rect r="r" b="b" t="t" l="l"/>
              <a:pathLst>
                <a:path h="666161" w="6934218">
                  <a:moveTo>
                    <a:pt x="0" y="0"/>
                  </a:moveTo>
                  <a:lnTo>
                    <a:pt x="6934218" y="0"/>
                  </a:lnTo>
                  <a:lnTo>
                    <a:pt x="6934218" y="666161"/>
                  </a:lnTo>
                  <a:lnTo>
                    <a:pt x="0" y="666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45" r="53289" b="-3463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6934220" cy="694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6"/>
                </a:lnSpc>
              </a:pPr>
              <a:r>
                <a:rPr lang="en-US" sz="2353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 que isso contribui?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769002" y="7811016"/>
            <a:ext cx="3413173" cy="298986"/>
            <a:chOff x="0" y="0"/>
            <a:chExt cx="4550898" cy="39864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550902" cy="398643"/>
            </a:xfrm>
            <a:custGeom>
              <a:avLst/>
              <a:gdLst/>
              <a:ahLst/>
              <a:cxnLst/>
              <a:rect r="r" b="b" t="t" l="l"/>
              <a:pathLst>
                <a:path h="398643" w="4550902">
                  <a:moveTo>
                    <a:pt x="0" y="0"/>
                  </a:moveTo>
                  <a:lnTo>
                    <a:pt x="4550902" y="0"/>
                  </a:lnTo>
                  <a:lnTo>
                    <a:pt x="4550902" y="398643"/>
                  </a:lnTo>
                  <a:lnTo>
                    <a:pt x="0" y="3986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069" r="30286" b="-10507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550898" cy="455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7"/>
                </a:lnSpc>
              </a:pPr>
              <a:r>
                <a:rPr lang="en-US" sz="1569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O que a junção dos dois agrega?</a:t>
              </a: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5275176" y="7197290"/>
            <a:ext cx="1115330" cy="928468"/>
          </a:xfrm>
          <a:custGeom>
            <a:avLst/>
            <a:gdLst/>
            <a:ahLst/>
            <a:cxnLst/>
            <a:rect r="r" b="b" t="t" l="l"/>
            <a:pathLst>
              <a:path h="928468" w="1115330">
                <a:moveTo>
                  <a:pt x="0" y="0"/>
                </a:moveTo>
                <a:lnTo>
                  <a:pt x="1115330" y="0"/>
                </a:lnTo>
                <a:lnTo>
                  <a:pt x="1115330" y="928468"/>
                </a:lnTo>
                <a:lnTo>
                  <a:pt x="0" y="92846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5701258" y="7362539"/>
            <a:ext cx="261614" cy="298990"/>
          </a:xfrm>
          <a:custGeom>
            <a:avLst/>
            <a:gdLst/>
            <a:ahLst/>
            <a:cxnLst/>
            <a:rect r="r" b="b" t="t" l="l"/>
            <a:pathLst>
              <a:path h="298990" w="261614">
                <a:moveTo>
                  <a:pt x="0" y="0"/>
                </a:moveTo>
                <a:lnTo>
                  <a:pt x="261613" y="0"/>
                </a:lnTo>
                <a:lnTo>
                  <a:pt x="261613" y="298990"/>
                </a:lnTo>
                <a:lnTo>
                  <a:pt x="0" y="29899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15336002" y="7676602"/>
            <a:ext cx="993677" cy="283908"/>
            <a:chOff x="0" y="0"/>
            <a:chExt cx="1162723" cy="33220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62724" cy="332208"/>
            </a:xfrm>
            <a:custGeom>
              <a:avLst/>
              <a:gdLst/>
              <a:ahLst/>
              <a:cxnLst/>
              <a:rect r="r" b="b" t="t" l="l"/>
              <a:pathLst>
                <a:path h="332208" w="1162724">
                  <a:moveTo>
                    <a:pt x="0" y="0"/>
                  </a:moveTo>
                  <a:lnTo>
                    <a:pt x="1162724" y="0"/>
                  </a:lnTo>
                  <a:lnTo>
                    <a:pt x="1162724" y="332208"/>
                  </a:lnTo>
                  <a:lnTo>
                    <a:pt x="0" y="33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162723" cy="370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8"/>
                </a:lnSpc>
              </a:pPr>
              <a:r>
                <a:rPr lang="en-US" sz="1374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Debian</a:t>
              </a:r>
            </a:p>
          </p:txBody>
        </p:sp>
      </p:grpSp>
      <p:sp>
        <p:nvSpPr>
          <p:cNvPr name="Freeform 114" id="114"/>
          <p:cNvSpPr/>
          <p:nvPr/>
        </p:nvSpPr>
        <p:spPr>
          <a:xfrm flipH="false" flipV="false" rot="0">
            <a:off x="16531857" y="7197290"/>
            <a:ext cx="990752" cy="928468"/>
          </a:xfrm>
          <a:custGeom>
            <a:avLst/>
            <a:gdLst/>
            <a:ahLst/>
            <a:cxnLst/>
            <a:rect r="r" b="b" t="t" l="l"/>
            <a:pathLst>
              <a:path h="928468" w="990752">
                <a:moveTo>
                  <a:pt x="0" y="0"/>
                </a:moveTo>
                <a:lnTo>
                  <a:pt x="990752" y="0"/>
                </a:lnTo>
                <a:lnTo>
                  <a:pt x="990752" y="928468"/>
                </a:lnTo>
                <a:lnTo>
                  <a:pt x="0" y="92846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16637727" y="7823346"/>
            <a:ext cx="802557" cy="249156"/>
            <a:chOff x="0" y="0"/>
            <a:chExt cx="1070077" cy="33220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70079" cy="332209"/>
            </a:xfrm>
            <a:custGeom>
              <a:avLst/>
              <a:gdLst/>
              <a:ahLst/>
              <a:cxnLst/>
              <a:rect r="r" b="b" t="t" l="l"/>
              <a:pathLst>
                <a:path h="332209" w="1070079">
                  <a:moveTo>
                    <a:pt x="0" y="0"/>
                  </a:moveTo>
                  <a:lnTo>
                    <a:pt x="1070079" y="0"/>
                  </a:lnTo>
                  <a:lnTo>
                    <a:pt x="1070079" y="332209"/>
                  </a:lnTo>
                  <a:lnTo>
                    <a:pt x="0" y="3322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6864" b="-845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070077" cy="37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8"/>
                </a:lnSpc>
              </a:pPr>
              <a:r>
                <a:rPr lang="en-US" sz="1374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Q4OS</a:t>
              </a:r>
            </a:p>
          </p:txBody>
        </p:sp>
      </p:grpSp>
      <p:sp>
        <p:nvSpPr>
          <p:cNvPr name="Freeform 118" id="118"/>
          <p:cNvSpPr/>
          <p:nvPr/>
        </p:nvSpPr>
        <p:spPr>
          <a:xfrm flipH="false" flipV="false" rot="0">
            <a:off x="769087" y="8318487"/>
            <a:ext cx="5450634" cy="1700851"/>
          </a:xfrm>
          <a:custGeom>
            <a:avLst/>
            <a:gdLst/>
            <a:ahLst/>
            <a:cxnLst/>
            <a:rect r="r" b="b" t="t" l="l"/>
            <a:pathLst>
              <a:path h="1700851" w="5450634">
                <a:moveTo>
                  <a:pt x="0" y="0"/>
                </a:moveTo>
                <a:lnTo>
                  <a:pt x="5450633" y="0"/>
                </a:lnTo>
                <a:lnTo>
                  <a:pt x="5450633" y="1700851"/>
                </a:lnTo>
                <a:lnTo>
                  <a:pt x="0" y="170085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872329" y="8443474"/>
            <a:ext cx="298694" cy="265503"/>
          </a:xfrm>
          <a:custGeom>
            <a:avLst/>
            <a:gdLst/>
            <a:ahLst/>
            <a:cxnLst/>
            <a:rect r="r" b="b" t="t" l="l"/>
            <a:pathLst>
              <a:path h="265503" w="298694">
                <a:moveTo>
                  <a:pt x="0" y="0"/>
                </a:moveTo>
                <a:lnTo>
                  <a:pt x="298694" y="0"/>
                </a:lnTo>
                <a:lnTo>
                  <a:pt x="298694" y="265503"/>
                </a:lnTo>
                <a:lnTo>
                  <a:pt x="0" y="26550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1234049" y="8337019"/>
            <a:ext cx="3546800" cy="463058"/>
            <a:chOff x="0" y="0"/>
            <a:chExt cx="4729067" cy="61741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729066" cy="617402"/>
            </a:xfrm>
            <a:custGeom>
              <a:avLst/>
              <a:gdLst/>
              <a:ahLst/>
              <a:cxnLst/>
              <a:rect r="r" b="b" t="t" l="l"/>
              <a:pathLst>
                <a:path h="617402" w="4729066">
                  <a:moveTo>
                    <a:pt x="0" y="0"/>
                  </a:moveTo>
                  <a:lnTo>
                    <a:pt x="4729066" y="0"/>
                  </a:lnTo>
                  <a:lnTo>
                    <a:pt x="4729066" y="617402"/>
                  </a:lnTo>
                  <a:lnTo>
                    <a:pt x="0" y="617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78" r="-40144" b="-14144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76200"/>
              <a:ext cx="4729067" cy="69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sz="2168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Vantagens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15286" y="8662452"/>
            <a:ext cx="5207346" cy="1403216"/>
            <a:chOff x="0" y="0"/>
            <a:chExt cx="6943128" cy="187095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943128" cy="1870961"/>
            </a:xfrm>
            <a:custGeom>
              <a:avLst/>
              <a:gdLst/>
              <a:ahLst/>
              <a:cxnLst/>
              <a:rect r="r" b="b" t="t" l="l"/>
              <a:pathLst>
                <a:path h="1870961" w="6943128">
                  <a:moveTo>
                    <a:pt x="0" y="0"/>
                  </a:moveTo>
                  <a:lnTo>
                    <a:pt x="6943128" y="0"/>
                  </a:lnTo>
                  <a:lnTo>
                    <a:pt x="6943128" y="1870961"/>
                  </a:lnTo>
                  <a:lnTo>
                    <a:pt x="0" y="18709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9" r="0" b="727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85725"/>
              <a:ext cx="6943128" cy="1956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0"/>
                </a:lnSpc>
              </a:pP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Os con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tainers LXC são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usad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os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para os serviços de rede essenciais enquanto a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 VMs são usadas para as estações de trabalho dos alunos</a:t>
              </a:r>
            </a:p>
          </p:txBody>
        </p:sp>
      </p:grpSp>
      <p:sp>
        <p:nvSpPr>
          <p:cNvPr name="Freeform 126" id="126"/>
          <p:cNvSpPr/>
          <p:nvPr/>
        </p:nvSpPr>
        <p:spPr>
          <a:xfrm flipH="false" flipV="false" rot="0">
            <a:off x="6500807" y="8318487"/>
            <a:ext cx="5450634" cy="1700851"/>
          </a:xfrm>
          <a:custGeom>
            <a:avLst/>
            <a:gdLst/>
            <a:ahLst/>
            <a:cxnLst/>
            <a:rect r="r" b="b" t="t" l="l"/>
            <a:pathLst>
              <a:path h="1700851" w="5450634">
                <a:moveTo>
                  <a:pt x="0" y="0"/>
                </a:moveTo>
                <a:lnTo>
                  <a:pt x="5450634" y="0"/>
                </a:lnTo>
                <a:lnTo>
                  <a:pt x="5450634" y="1700851"/>
                </a:lnTo>
                <a:lnTo>
                  <a:pt x="0" y="170085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12067699" y="8318487"/>
            <a:ext cx="5450634" cy="1700851"/>
          </a:xfrm>
          <a:custGeom>
            <a:avLst/>
            <a:gdLst/>
            <a:ahLst/>
            <a:cxnLst/>
            <a:rect r="r" b="b" t="t" l="l"/>
            <a:pathLst>
              <a:path h="1700851" w="5450634">
                <a:moveTo>
                  <a:pt x="0" y="0"/>
                </a:moveTo>
                <a:lnTo>
                  <a:pt x="5450633" y="0"/>
                </a:lnTo>
                <a:lnTo>
                  <a:pt x="5450633" y="1700851"/>
                </a:lnTo>
                <a:lnTo>
                  <a:pt x="0" y="170085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2223413" y="8518216"/>
            <a:ext cx="280858" cy="280858"/>
          </a:xfrm>
          <a:custGeom>
            <a:avLst/>
            <a:gdLst/>
            <a:ahLst/>
            <a:cxnLst/>
            <a:rect r="r" b="b" t="t" l="l"/>
            <a:pathLst>
              <a:path h="280858" w="280858">
                <a:moveTo>
                  <a:pt x="0" y="0"/>
                </a:moveTo>
                <a:lnTo>
                  <a:pt x="280858" y="0"/>
                </a:lnTo>
                <a:lnTo>
                  <a:pt x="280858" y="280858"/>
                </a:lnTo>
                <a:lnTo>
                  <a:pt x="0" y="280858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9" id="129"/>
          <p:cNvGrpSpPr/>
          <p:nvPr/>
        </p:nvGrpSpPr>
        <p:grpSpPr>
          <a:xfrm rot="0">
            <a:off x="12578825" y="8427116"/>
            <a:ext cx="1404237" cy="463058"/>
            <a:chOff x="0" y="0"/>
            <a:chExt cx="1872315" cy="61741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872315" cy="617402"/>
            </a:xfrm>
            <a:custGeom>
              <a:avLst/>
              <a:gdLst/>
              <a:ahLst/>
              <a:cxnLst/>
              <a:rect r="r" b="b" t="t" l="l"/>
              <a:pathLst>
                <a:path h="617402" w="1872315">
                  <a:moveTo>
                    <a:pt x="0" y="0"/>
                  </a:moveTo>
                  <a:lnTo>
                    <a:pt x="1872315" y="0"/>
                  </a:lnTo>
                  <a:lnTo>
                    <a:pt x="1872315" y="617402"/>
                  </a:lnTo>
                  <a:lnTo>
                    <a:pt x="0" y="617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78" r="-253975" b="-141447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76200"/>
              <a:ext cx="1872315" cy="69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b="true" sz="2168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Sistemas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232938" y="8966254"/>
            <a:ext cx="5207346" cy="693705"/>
            <a:chOff x="0" y="0"/>
            <a:chExt cx="6943128" cy="9249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943128" cy="924946"/>
            </a:xfrm>
            <a:custGeom>
              <a:avLst/>
              <a:gdLst/>
              <a:ahLst/>
              <a:cxnLst/>
              <a:rect r="r" b="b" t="t" l="l"/>
              <a:pathLst>
                <a:path h="924946" w="6943128">
                  <a:moveTo>
                    <a:pt x="0" y="0"/>
                  </a:moveTo>
                  <a:lnTo>
                    <a:pt x="6943128" y="0"/>
                  </a:lnTo>
                  <a:lnTo>
                    <a:pt x="6943128" y="924946"/>
                  </a:lnTo>
                  <a:lnTo>
                    <a:pt x="0" y="9249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61" r="0" b="-87568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104775"/>
              <a:ext cx="6943128" cy="10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8"/>
                </a:lnSpc>
              </a:pPr>
              <a:r>
                <a:rPr lang="en-US" sz="1873" b="true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Debian 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</a:t>
              </a:r>
              <a:r>
                <a:rPr lang="en-US" b="true" sz="1873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Q4OS:</a:t>
              </a:r>
              <a:r>
                <a:rPr lang="en-US" sz="18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Sistemas operacionais user-friendly para estações de trabalho dos alunos.</a:t>
              </a:r>
            </a:p>
          </p:txBody>
        </p:sp>
      </p:grpSp>
      <p:sp>
        <p:nvSpPr>
          <p:cNvPr name="Freeform 135" id="135"/>
          <p:cNvSpPr/>
          <p:nvPr/>
        </p:nvSpPr>
        <p:spPr>
          <a:xfrm flipH="false" flipV="false" rot="0">
            <a:off x="16761367" y="7292017"/>
            <a:ext cx="468238" cy="468238"/>
          </a:xfrm>
          <a:custGeom>
            <a:avLst/>
            <a:gdLst/>
            <a:ahLst/>
            <a:cxnLst/>
            <a:rect r="r" b="b" t="t" l="l"/>
            <a:pathLst>
              <a:path h="468238" w="468238">
                <a:moveTo>
                  <a:pt x="0" y="0"/>
                </a:moveTo>
                <a:lnTo>
                  <a:pt x="468238" y="0"/>
                </a:lnTo>
                <a:lnTo>
                  <a:pt x="468238" y="468238"/>
                </a:lnTo>
                <a:lnTo>
                  <a:pt x="0" y="468238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136" id="136"/>
          <p:cNvSpPr/>
          <p:nvPr/>
        </p:nvSpPr>
        <p:spPr>
          <a:xfrm flipH="false" flipV="false" rot="0">
            <a:off x="6628664" y="8555796"/>
            <a:ext cx="298694" cy="265503"/>
          </a:xfrm>
          <a:custGeom>
            <a:avLst/>
            <a:gdLst/>
            <a:ahLst/>
            <a:cxnLst/>
            <a:rect r="r" b="b" t="t" l="l"/>
            <a:pathLst>
              <a:path h="265503" w="298694">
                <a:moveTo>
                  <a:pt x="0" y="0"/>
                </a:moveTo>
                <a:lnTo>
                  <a:pt x="298694" y="0"/>
                </a:lnTo>
                <a:lnTo>
                  <a:pt x="298694" y="265503"/>
                </a:lnTo>
                <a:lnTo>
                  <a:pt x="0" y="26550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7" id="137"/>
          <p:cNvGrpSpPr/>
          <p:nvPr/>
        </p:nvGrpSpPr>
        <p:grpSpPr>
          <a:xfrm rot="0">
            <a:off x="6980860" y="8443474"/>
            <a:ext cx="4951119" cy="463058"/>
            <a:chOff x="0" y="0"/>
            <a:chExt cx="6601492" cy="61741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601491" cy="617402"/>
            </a:xfrm>
            <a:custGeom>
              <a:avLst/>
              <a:gdLst/>
              <a:ahLst/>
              <a:cxnLst/>
              <a:rect r="r" b="b" t="t" l="l"/>
              <a:pathLst>
                <a:path h="617402" w="6601491">
                  <a:moveTo>
                    <a:pt x="0" y="0"/>
                  </a:moveTo>
                  <a:lnTo>
                    <a:pt x="6601491" y="0"/>
                  </a:lnTo>
                  <a:lnTo>
                    <a:pt x="6601491" y="617402"/>
                  </a:lnTo>
                  <a:lnTo>
                    <a:pt x="0" y="617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78" r="-394" b="-14144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76200"/>
              <a:ext cx="6601492" cy="69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sz="2168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Funcionalidade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667123" y="8981570"/>
            <a:ext cx="5207346" cy="660266"/>
            <a:chOff x="0" y="0"/>
            <a:chExt cx="6943128" cy="88035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943128" cy="880361"/>
            </a:xfrm>
            <a:custGeom>
              <a:avLst/>
              <a:gdLst/>
              <a:ahLst/>
              <a:cxnLst/>
              <a:rect r="r" b="b" t="t" l="l"/>
              <a:pathLst>
                <a:path h="880361" w="6943128">
                  <a:moveTo>
                    <a:pt x="0" y="0"/>
                  </a:moveTo>
                  <a:lnTo>
                    <a:pt x="6943128" y="0"/>
                  </a:lnTo>
                  <a:lnTo>
                    <a:pt x="6943128" y="880361"/>
                  </a:lnTo>
                  <a:lnTo>
                    <a:pt x="0" y="8803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77" r="0" b="-9706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85725"/>
              <a:ext cx="6943128" cy="966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0"/>
                </a:lnSpc>
              </a:pP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container fornece os serviços essenciais para que as VMs  possam bo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otar</a:t>
              </a:r>
              <a:r>
                <a:rPr lang="en-US" sz="1773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pela rede. </a:t>
              </a:r>
            </a:p>
          </p:txBody>
        </p:sp>
      </p:grpSp>
      <p:sp>
        <p:nvSpPr>
          <p:cNvPr name="Freeform 143" id="143"/>
          <p:cNvSpPr/>
          <p:nvPr/>
        </p:nvSpPr>
        <p:spPr>
          <a:xfrm flipH="false" flipV="false" rot="0">
            <a:off x="9768059" y="2279771"/>
            <a:ext cx="327012" cy="373732"/>
          </a:xfrm>
          <a:custGeom>
            <a:avLst/>
            <a:gdLst/>
            <a:ahLst/>
            <a:cxnLst/>
            <a:rect r="r" b="b" t="t" l="l"/>
            <a:pathLst>
              <a:path h="373732" w="327012">
                <a:moveTo>
                  <a:pt x="0" y="0"/>
                </a:moveTo>
                <a:lnTo>
                  <a:pt x="327012" y="0"/>
                </a:lnTo>
                <a:lnTo>
                  <a:pt x="327012" y="373732"/>
                </a:lnTo>
                <a:lnTo>
                  <a:pt x="0" y="373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809031" y="871772"/>
            <a:ext cx="322238" cy="525031"/>
          </a:xfrm>
          <a:custGeom>
            <a:avLst/>
            <a:gdLst/>
            <a:ahLst/>
            <a:cxnLst/>
            <a:rect r="r" b="b" t="t" l="l"/>
            <a:pathLst>
              <a:path h="525031" w="322238">
                <a:moveTo>
                  <a:pt x="0" y="0"/>
                </a:moveTo>
                <a:lnTo>
                  <a:pt x="322238" y="0"/>
                </a:lnTo>
                <a:lnTo>
                  <a:pt x="322238" y="525031"/>
                </a:lnTo>
                <a:lnTo>
                  <a:pt x="0" y="525031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2D45">
                <a:alpha val="100000"/>
              </a:srgbClr>
            </a:gs>
            <a:gs pos="60000">
              <a:srgbClr val="0A4A6F">
                <a:alpha val="100000"/>
              </a:srgbClr>
            </a:gs>
            <a:gs pos="100000">
              <a:srgbClr val="0D5A8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781" y="2285552"/>
            <a:ext cx="2856938" cy="1428474"/>
            <a:chOff x="0" y="0"/>
            <a:chExt cx="3809251" cy="1904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56" cy="1904628"/>
            </a:xfrm>
            <a:custGeom>
              <a:avLst/>
              <a:gdLst/>
              <a:ahLst/>
              <a:cxnLst/>
              <a:rect r="r" b="b" t="t" l="l"/>
              <a:pathLst>
                <a:path h="190462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09251" cy="1914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258"/>
                </a:lnSpc>
              </a:pPr>
              <a:r>
                <a:rPr lang="en-US" sz="8548" b="true">
                  <a:solidFill>
                    <a:srgbClr val="00A8E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781" y="3856873"/>
            <a:ext cx="1428474" cy="57140"/>
            <a:chOff x="0" y="0"/>
            <a:chExt cx="1904632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19" cy="76200"/>
            </a:xfrm>
            <a:custGeom>
              <a:avLst/>
              <a:gdLst/>
              <a:ahLst/>
              <a:cxnLst/>
              <a:rect r="r" b="b" t="t" l="l"/>
              <a:pathLst>
                <a:path h="76200" w="1904619">
                  <a:moveTo>
                    <a:pt x="0" y="0"/>
                  </a:moveTo>
                  <a:lnTo>
                    <a:pt x="1904619" y="0"/>
                  </a:lnTo>
                  <a:lnTo>
                    <a:pt x="190461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781" y="4142565"/>
            <a:ext cx="7142359" cy="857079"/>
            <a:chOff x="0" y="0"/>
            <a:chExt cx="9523146" cy="11427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3140" cy="1142777"/>
            </a:xfrm>
            <a:custGeom>
              <a:avLst/>
              <a:gdLst/>
              <a:ahLst/>
              <a:cxnLst/>
              <a:rect r="r" b="b" t="t" l="l"/>
              <a:pathLst>
                <a:path h="1142777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9523146" cy="1276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6"/>
                </a:lnSpc>
              </a:pPr>
              <a:r>
                <a:rPr lang="en-US" sz="49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Projeto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2781" y="5080568"/>
            <a:ext cx="7142359" cy="127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Objetivos, Publico, Software e Custos - O planejamento completo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13530" y="0"/>
            <a:ext cx="7570899" cy="10284990"/>
            <a:chOff x="0" y="0"/>
            <a:chExt cx="10094532" cy="13713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4468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10094468">
                  <a:moveTo>
                    <a:pt x="0" y="0"/>
                  </a:moveTo>
                  <a:lnTo>
                    <a:pt x="10094468" y="0"/>
                  </a:lnTo>
                  <a:lnTo>
                    <a:pt x="10094468" y="13713333"/>
                  </a:lnTo>
                  <a:lnTo>
                    <a:pt x="0" y="13713333"/>
                  </a:lnTo>
                  <a:close/>
                </a:path>
              </a:pathLst>
            </a:custGeom>
            <a:gradFill rotWithShape="true">
              <a:gsLst>
                <a:gs pos="0">
                  <a:srgbClr val="0A4A6F">
                    <a:alpha val="100000"/>
                  </a:srgbClr>
                </a:gs>
                <a:gs pos="100000">
                  <a:srgbClr val="072D45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63333" y="2135562"/>
            <a:ext cx="2871226" cy="2871226"/>
            <a:chOff x="0" y="0"/>
            <a:chExt cx="3828301" cy="3828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28288" cy="3828288"/>
            </a:xfrm>
            <a:custGeom>
              <a:avLst/>
              <a:gdLst/>
              <a:ahLst/>
              <a:cxnLst/>
              <a:rect r="r" b="b" t="t" l="l"/>
              <a:pathLst>
                <a:path h="3828288" w="3828288">
                  <a:moveTo>
                    <a:pt x="0" y="1914144"/>
                  </a:moveTo>
                  <a:cubicBezTo>
                    <a:pt x="0" y="856996"/>
                    <a:pt x="856996" y="0"/>
                    <a:pt x="1914144" y="0"/>
                  </a:cubicBezTo>
                  <a:cubicBezTo>
                    <a:pt x="2971292" y="0"/>
                    <a:pt x="3828288" y="856996"/>
                    <a:pt x="3828288" y="1914144"/>
                  </a:cubicBezTo>
                  <a:cubicBezTo>
                    <a:pt x="3828288" y="2971292"/>
                    <a:pt x="2971292" y="3828288"/>
                    <a:pt x="1914144" y="3828288"/>
                  </a:cubicBezTo>
                  <a:cubicBezTo>
                    <a:pt x="856996" y="3828288"/>
                    <a:pt x="0" y="2971292"/>
                    <a:pt x="0" y="1914144"/>
                  </a:cubicBezTo>
                  <a:close/>
                </a:path>
              </a:pathLst>
            </a:custGeom>
            <a:solidFill>
              <a:srgbClr val="00A8E8">
                <a:alpha val="392"/>
              </a:srgbClr>
            </a:solid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991807" y="4992510"/>
            <a:ext cx="2156993" cy="2156993"/>
            <a:chOff x="0" y="0"/>
            <a:chExt cx="2875991" cy="2875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6042" cy="2876042"/>
            </a:xfrm>
            <a:custGeom>
              <a:avLst/>
              <a:gdLst/>
              <a:ahLst/>
              <a:cxnLst/>
              <a:rect r="r" b="b" t="t" l="l"/>
              <a:pathLst>
                <a:path h="2876042" w="2876042">
                  <a:moveTo>
                    <a:pt x="0" y="1438021"/>
                  </a:moveTo>
                  <a:cubicBezTo>
                    <a:pt x="0" y="643763"/>
                    <a:pt x="643763" y="0"/>
                    <a:pt x="1438021" y="0"/>
                  </a:cubicBezTo>
                  <a:cubicBezTo>
                    <a:pt x="2232279" y="0"/>
                    <a:pt x="2876042" y="643763"/>
                    <a:pt x="2876042" y="1438021"/>
                  </a:cubicBezTo>
                  <a:cubicBezTo>
                    <a:pt x="2876042" y="2232279"/>
                    <a:pt x="2232152" y="2876042"/>
                    <a:pt x="1438021" y="2876042"/>
                  </a:cubicBezTo>
                  <a:cubicBezTo>
                    <a:pt x="643890" y="2876042"/>
                    <a:pt x="0" y="2232152"/>
                    <a:pt x="0" y="1438021"/>
                  </a:cubicBezTo>
                  <a:close/>
                </a:path>
              </a:pathLst>
            </a:custGeom>
            <a:solidFill>
              <a:srgbClr val="7CB342">
                <a:alpha val="392"/>
              </a:srgbClr>
            </a:soli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856235" y="3571180"/>
            <a:ext cx="171412" cy="171412"/>
            <a:chOff x="0" y="0"/>
            <a:chExt cx="228549" cy="228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00A8E8">
                <a:alpha val="6275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13183" y="2856938"/>
            <a:ext cx="142846" cy="142846"/>
            <a:chOff x="0" y="0"/>
            <a:chExt cx="190462" cy="1904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7CB342">
                <a:alpha val="6275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20513" y="3649742"/>
            <a:ext cx="2699814" cy="14288"/>
            <a:chOff x="0" y="0"/>
            <a:chExt cx="3599752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9688" cy="19050"/>
            </a:xfrm>
            <a:custGeom>
              <a:avLst/>
              <a:gdLst/>
              <a:ahLst/>
              <a:cxnLst/>
              <a:rect r="r" b="b" t="t" l="l"/>
              <a:pathLst>
                <a:path h="19050" w="3599688">
                  <a:moveTo>
                    <a:pt x="0" y="0"/>
                  </a:moveTo>
                  <a:lnTo>
                    <a:pt x="3599688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631957" r="-1" b="-3631957"/>
              </a:stretch>
            </a:blip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</p:spTree>
  </p:cSld>
  <p:clrMapOvr>
    <a:masterClrMapping/>
  </p:clrMapOvr>
  <p:transition spd="med">
    <p:cover dir="r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277" y="-70786"/>
            <a:ext cx="18967178" cy="10492857"/>
            <a:chOff x="0" y="0"/>
            <a:chExt cx="2479342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793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93422">
                  <a:moveTo>
                    <a:pt x="0" y="0"/>
                  </a:moveTo>
                  <a:lnTo>
                    <a:pt x="24793422" y="0"/>
                  </a:lnTo>
                  <a:lnTo>
                    <a:pt x="24793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83" r="0" b="-14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3938" y="642118"/>
            <a:ext cx="691515" cy="691515"/>
            <a:chOff x="0" y="0"/>
            <a:chExt cx="922020" cy="922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197612" y="0"/>
                  </a:moveTo>
                  <a:lnTo>
                    <a:pt x="724408" y="0"/>
                  </a:lnTo>
                  <a:cubicBezTo>
                    <a:pt x="833501" y="0"/>
                    <a:pt x="922020" y="88519"/>
                    <a:pt x="922020" y="197612"/>
                  </a:cubicBezTo>
                  <a:lnTo>
                    <a:pt x="922020" y="724408"/>
                  </a:lnTo>
                  <a:cubicBezTo>
                    <a:pt x="922020" y="833501"/>
                    <a:pt x="833501" y="922020"/>
                    <a:pt x="724408" y="922020"/>
                  </a:cubicBezTo>
                  <a:lnTo>
                    <a:pt x="197612" y="922020"/>
                  </a:lnTo>
                  <a:cubicBezTo>
                    <a:pt x="88519" y="922020"/>
                    <a:pt x="0" y="833501"/>
                    <a:pt x="0" y="724408"/>
                  </a:cubicBezTo>
                  <a:lnTo>
                    <a:pt x="0" y="197612"/>
                  </a:lnTo>
                  <a:cubicBezTo>
                    <a:pt x="0" y="88519"/>
                    <a:pt x="88519" y="0"/>
                    <a:pt x="197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B342">
                    <a:alpha val="100000"/>
                  </a:srgbClr>
                </a:gs>
                <a:gs pos="100000">
                  <a:srgbClr val="558B2F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91515" y="839695"/>
            <a:ext cx="296361" cy="296361"/>
          </a:xfrm>
          <a:custGeom>
            <a:avLst/>
            <a:gdLst/>
            <a:ahLst/>
            <a:cxnLst/>
            <a:rect r="r" b="b" t="t" l="l"/>
            <a:pathLst>
              <a:path h="296361" w="296361">
                <a:moveTo>
                  <a:pt x="0" y="0"/>
                </a:moveTo>
                <a:lnTo>
                  <a:pt x="296361" y="0"/>
                </a:lnTo>
                <a:lnTo>
                  <a:pt x="296361" y="296361"/>
                </a:lnTo>
                <a:lnTo>
                  <a:pt x="0" y="296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83020" y="484929"/>
            <a:ext cx="4581258" cy="543771"/>
            <a:chOff x="0" y="0"/>
            <a:chExt cx="5548554" cy="658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48554" cy="658582"/>
            </a:xfrm>
            <a:custGeom>
              <a:avLst/>
              <a:gdLst/>
              <a:ahLst/>
              <a:cxnLst/>
              <a:rect r="r" b="b" t="t" l="l"/>
              <a:pathLst>
                <a:path h="658582" w="5548554">
                  <a:moveTo>
                    <a:pt x="0" y="0"/>
                  </a:moveTo>
                  <a:lnTo>
                    <a:pt x="5548554" y="0"/>
                  </a:lnTo>
                  <a:lnTo>
                    <a:pt x="5548554" y="658582"/>
                  </a:lnTo>
                  <a:lnTo>
                    <a:pt x="0" y="6585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61" r="0" b="-1141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5548554" cy="610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1"/>
                </a:lnSpc>
              </a:pPr>
              <a:r>
                <a:rPr lang="en-US" b="true" sz="3501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Objetivos do Projeto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3020" y="987876"/>
            <a:ext cx="4062632" cy="345758"/>
            <a:chOff x="0" y="0"/>
            <a:chExt cx="5416842" cy="4610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16838" cy="461008"/>
            </a:xfrm>
            <a:custGeom>
              <a:avLst/>
              <a:gdLst/>
              <a:ahLst/>
              <a:cxnLst/>
              <a:rect r="r" b="b" t="t" l="l"/>
              <a:pathLst>
                <a:path h="461008" w="5416838">
                  <a:moveTo>
                    <a:pt x="0" y="0"/>
                  </a:moveTo>
                  <a:lnTo>
                    <a:pt x="5416838" y="0"/>
                  </a:lnTo>
                  <a:lnTo>
                    <a:pt x="5416838" y="461008"/>
                  </a:lnTo>
                  <a:lnTo>
                    <a:pt x="0" y="4610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48" r="0" b="-1789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416842" cy="508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9"/>
                </a:lnSpc>
              </a:pPr>
              <a:r>
                <a:rPr lang="en-US" sz="194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Que Queremos Alcançar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83020" y="1432417"/>
            <a:ext cx="1185443" cy="49397"/>
            <a:chOff x="0" y="0"/>
            <a:chExt cx="1580591" cy="65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0515" cy="65787"/>
            </a:xfrm>
            <a:custGeom>
              <a:avLst/>
              <a:gdLst/>
              <a:ahLst/>
              <a:cxnLst/>
              <a:rect r="r" b="b" t="t" l="l"/>
              <a:pathLst>
                <a:path h="65787" w="1580515">
                  <a:moveTo>
                    <a:pt x="32893" y="0"/>
                  </a:moveTo>
                  <a:lnTo>
                    <a:pt x="1547622" y="0"/>
                  </a:lnTo>
                  <a:cubicBezTo>
                    <a:pt x="1565783" y="0"/>
                    <a:pt x="1580515" y="14732"/>
                    <a:pt x="1580515" y="32893"/>
                  </a:cubicBezTo>
                  <a:cubicBezTo>
                    <a:pt x="1580515" y="51054"/>
                    <a:pt x="1565783" y="65786"/>
                    <a:pt x="1547622" y="65786"/>
                  </a:cubicBezTo>
                  <a:lnTo>
                    <a:pt x="32893" y="65786"/>
                  </a:lnTo>
                  <a:cubicBezTo>
                    <a:pt x="14732" y="65913"/>
                    <a:pt x="0" y="51054"/>
                    <a:pt x="0" y="32893"/>
                  </a:cubicBezTo>
                  <a:cubicBezTo>
                    <a:pt x="0" y="14732"/>
                    <a:pt x="14732" y="0"/>
                    <a:pt x="32893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87232" y="1771469"/>
            <a:ext cx="5644277" cy="5125650"/>
          </a:xfrm>
          <a:custGeom>
            <a:avLst/>
            <a:gdLst/>
            <a:ahLst/>
            <a:cxnLst/>
            <a:rect r="r" b="b" t="t" l="l"/>
            <a:pathLst>
              <a:path h="5125650" w="5644277">
                <a:moveTo>
                  <a:pt x="0" y="0"/>
                </a:moveTo>
                <a:lnTo>
                  <a:pt x="5644277" y="0"/>
                </a:lnTo>
                <a:lnTo>
                  <a:pt x="5644277" y="5125650"/>
                </a:lnTo>
                <a:lnTo>
                  <a:pt x="0" y="5125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65600" y="2049837"/>
            <a:ext cx="691515" cy="691515"/>
            <a:chOff x="0" y="0"/>
            <a:chExt cx="922020" cy="9220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63178" y="2247414"/>
            <a:ext cx="296361" cy="296361"/>
          </a:xfrm>
          <a:custGeom>
            <a:avLst/>
            <a:gdLst/>
            <a:ahLst/>
            <a:cxnLst/>
            <a:rect r="r" b="b" t="t" l="l"/>
            <a:pathLst>
              <a:path h="296361" w="296361">
                <a:moveTo>
                  <a:pt x="0" y="0"/>
                </a:moveTo>
                <a:lnTo>
                  <a:pt x="296360" y="0"/>
                </a:lnTo>
                <a:lnTo>
                  <a:pt x="296360" y="296361"/>
                </a:lnTo>
                <a:lnTo>
                  <a:pt x="0" y="2963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05296" y="2159860"/>
            <a:ext cx="2938355" cy="433312"/>
            <a:chOff x="0" y="0"/>
            <a:chExt cx="3572802" cy="5268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72808" cy="526866"/>
            </a:xfrm>
            <a:custGeom>
              <a:avLst/>
              <a:gdLst/>
              <a:ahLst/>
              <a:cxnLst/>
              <a:rect r="r" b="b" t="t" l="l"/>
              <a:pathLst>
                <a:path h="526866" w="3572808">
                  <a:moveTo>
                    <a:pt x="0" y="0"/>
                  </a:moveTo>
                  <a:lnTo>
                    <a:pt x="3572808" y="0"/>
                  </a:lnTo>
                  <a:lnTo>
                    <a:pt x="3572808" y="526866"/>
                  </a:lnTo>
                  <a:lnTo>
                    <a:pt x="0" y="5268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132" r="0" b="-8213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572802" cy="545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b="true" sz="233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Segurança Robusta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5600" y="3041571"/>
            <a:ext cx="5198678" cy="1086660"/>
            <a:chOff x="0" y="0"/>
            <a:chExt cx="6931571" cy="1448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31576" cy="1448880"/>
            </a:xfrm>
            <a:custGeom>
              <a:avLst/>
              <a:gdLst/>
              <a:ahLst/>
              <a:cxnLst/>
              <a:rect r="r" b="b" t="t" l="l"/>
              <a:pathLst>
                <a:path h="1448880" w="6931576">
                  <a:moveTo>
                    <a:pt x="0" y="0"/>
                  </a:moveTo>
                  <a:lnTo>
                    <a:pt x="6931576" y="0"/>
                  </a:lnTo>
                  <a:lnTo>
                    <a:pt x="6931576" y="1448880"/>
                  </a:lnTo>
                  <a:lnTo>
                    <a:pt x="0" y="1448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218" r="0" b="-4321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6931571" cy="1544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0"/>
                </a:lnSpc>
              </a:pPr>
              <a:r>
                <a:rPr lang="en-US" sz="17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Implementar uma </a:t>
              </a:r>
              <a:r>
                <a:rPr lang="en-US" b="true" sz="1750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infraestrutura segura</a:t>
              </a:r>
              <a:r>
                <a:rPr lang="en-US" sz="17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que proteja a rede escolar contra ameaças externas e controle o acesso dos alunos aos recursos.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62248" y="4319368"/>
            <a:ext cx="5094246" cy="2204723"/>
          </a:xfrm>
          <a:custGeom>
            <a:avLst/>
            <a:gdLst/>
            <a:ahLst/>
            <a:cxnLst/>
            <a:rect r="r" b="b" t="t" l="l"/>
            <a:pathLst>
              <a:path h="2204723" w="5094246">
                <a:moveTo>
                  <a:pt x="0" y="0"/>
                </a:moveTo>
                <a:lnTo>
                  <a:pt x="5094246" y="0"/>
                </a:lnTo>
                <a:lnTo>
                  <a:pt x="5094246" y="2204724"/>
                </a:lnTo>
                <a:lnTo>
                  <a:pt x="0" y="2204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06392" y="4582030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6" y="0"/>
                </a:lnTo>
                <a:lnTo>
                  <a:pt x="222276" y="222275"/>
                </a:lnTo>
                <a:lnTo>
                  <a:pt x="0" y="222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401547" y="4415066"/>
            <a:ext cx="4346638" cy="592723"/>
            <a:chOff x="0" y="0"/>
            <a:chExt cx="5795518" cy="7902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95522" cy="790300"/>
            </a:xfrm>
            <a:custGeom>
              <a:avLst/>
              <a:gdLst/>
              <a:ahLst/>
              <a:cxnLst/>
              <a:rect r="r" b="b" t="t" l="l"/>
              <a:pathLst>
                <a:path h="790300" w="5795522">
                  <a:moveTo>
                    <a:pt x="0" y="0"/>
                  </a:moveTo>
                  <a:lnTo>
                    <a:pt x="5795522" y="0"/>
                  </a:lnTo>
                  <a:lnTo>
                    <a:pt x="5795522" y="790300"/>
                  </a:lnTo>
                  <a:lnTo>
                    <a:pt x="0" y="790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890" r="0" b="-928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795518" cy="84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Isolamento total da rede da escola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06392" y="5145557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6" y="0"/>
                </a:lnTo>
                <a:lnTo>
                  <a:pt x="222276" y="222276"/>
                </a:lnTo>
                <a:lnTo>
                  <a:pt x="0" y="2222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401547" y="5096161"/>
            <a:ext cx="4346638" cy="592724"/>
            <a:chOff x="0" y="0"/>
            <a:chExt cx="5795518" cy="7902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95522" cy="790300"/>
            </a:xfrm>
            <a:custGeom>
              <a:avLst/>
              <a:gdLst/>
              <a:ahLst/>
              <a:cxnLst/>
              <a:rect r="r" b="b" t="t" l="l"/>
              <a:pathLst>
                <a:path h="790300" w="5795522">
                  <a:moveTo>
                    <a:pt x="0" y="0"/>
                  </a:moveTo>
                  <a:lnTo>
                    <a:pt x="5795522" y="0"/>
                  </a:lnTo>
                  <a:lnTo>
                    <a:pt x="5795522" y="790300"/>
                  </a:lnTo>
                  <a:lnTo>
                    <a:pt x="0" y="790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890" r="0" b="-928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795518" cy="84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Isolamento das VMs impedindo propagação de malware ou qualquer defeito para a rede.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006392" y="5886460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6" y="0"/>
                </a:lnTo>
                <a:lnTo>
                  <a:pt x="222276" y="222275"/>
                </a:lnTo>
                <a:lnTo>
                  <a:pt x="0" y="222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401547" y="5830953"/>
            <a:ext cx="4184190" cy="302470"/>
            <a:chOff x="0" y="0"/>
            <a:chExt cx="5466232" cy="3951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66230" cy="395150"/>
            </a:xfrm>
            <a:custGeom>
              <a:avLst/>
              <a:gdLst/>
              <a:ahLst/>
              <a:cxnLst/>
              <a:rect r="r" b="b" t="t" l="l"/>
              <a:pathLst>
                <a:path h="395150" w="5466230">
                  <a:moveTo>
                    <a:pt x="0" y="0"/>
                  </a:moveTo>
                  <a:lnTo>
                    <a:pt x="5466230" y="0"/>
                  </a:lnTo>
                  <a:lnTo>
                    <a:pt x="5466230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542" r="0" b="-21954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466232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Regras regidas diretamente pelo servidor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319161" y="1771469"/>
            <a:ext cx="5644277" cy="5125650"/>
          </a:xfrm>
          <a:custGeom>
            <a:avLst/>
            <a:gdLst/>
            <a:ahLst/>
            <a:cxnLst/>
            <a:rect r="r" b="b" t="t" l="l"/>
            <a:pathLst>
              <a:path h="5125650" w="5644277">
                <a:moveTo>
                  <a:pt x="0" y="0"/>
                </a:moveTo>
                <a:lnTo>
                  <a:pt x="5644277" y="0"/>
                </a:lnTo>
                <a:lnTo>
                  <a:pt x="5644277" y="5125650"/>
                </a:lnTo>
                <a:lnTo>
                  <a:pt x="0" y="51256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6597529" y="2049837"/>
            <a:ext cx="691515" cy="691515"/>
            <a:chOff x="0" y="0"/>
            <a:chExt cx="922020" cy="9220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B342">
                    <a:alpha val="100000"/>
                  </a:srgbClr>
                </a:gs>
                <a:gs pos="100000">
                  <a:srgbClr val="558B2F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6758054" y="2247414"/>
            <a:ext cx="370456" cy="296361"/>
          </a:xfrm>
          <a:custGeom>
            <a:avLst/>
            <a:gdLst/>
            <a:ahLst/>
            <a:cxnLst/>
            <a:rect r="r" b="b" t="t" l="l"/>
            <a:pathLst>
              <a:path h="296361" w="370456">
                <a:moveTo>
                  <a:pt x="0" y="0"/>
                </a:moveTo>
                <a:lnTo>
                  <a:pt x="370456" y="0"/>
                </a:lnTo>
                <a:lnTo>
                  <a:pt x="370456" y="296361"/>
                </a:lnTo>
                <a:lnTo>
                  <a:pt x="0" y="2963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437215" y="2141871"/>
            <a:ext cx="3159061" cy="451301"/>
            <a:chOff x="0" y="0"/>
            <a:chExt cx="3688055" cy="5268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88060" cy="526866"/>
            </a:xfrm>
            <a:custGeom>
              <a:avLst/>
              <a:gdLst/>
              <a:ahLst/>
              <a:cxnLst/>
              <a:rect r="r" b="b" t="t" l="l"/>
              <a:pathLst>
                <a:path h="526866" w="3688060">
                  <a:moveTo>
                    <a:pt x="0" y="0"/>
                  </a:moveTo>
                  <a:lnTo>
                    <a:pt x="3688060" y="0"/>
                  </a:lnTo>
                  <a:lnTo>
                    <a:pt x="3688060" y="526866"/>
                  </a:lnTo>
                  <a:lnTo>
                    <a:pt x="0" y="5268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4" r="0" b="-8639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688055" cy="545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b="true" sz="233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Gestão Centralizada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97529" y="3189751"/>
            <a:ext cx="5198678" cy="1086660"/>
            <a:chOff x="0" y="0"/>
            <a:chExt cx="6931571" cy="1448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31576" cy="1448880"/>
            </a:xfrm>
            <a:custGeom>
              <a:avLst/>
              <a:gdLst/>
              <a:ahLst/>
              <a:cxnLst/>
              <a:rect r="r" b="b" t="t" l="l"/>
              <a:pathLst>
                <a:path h="1448880" w="6931576">
                  <a:moveTo>
                    <a:pt x="0" y="0"/>
                  </a:moveTo>
                  <a:lnTo>
                    <a:pt x="6931576" y="0"/>
                  </a:lnTo>
                  <a:lnTo>
                    <a:pt x="6931576" y="1448880"/>
                  </a:lnTo>
                  <a:lnTo>
                    <a:pt x="0" y="1448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218" r="0" b="-4321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6931571" cy="1544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0"/>
                </a:lnSpc>
              </a:pPr>
              <a:r>
                <a:rPr lang="en-US" sz="17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Criar um </a:t>
              </a:r>
              <a:r>
                <a:rPr lang="en-US" b="true" sz="1750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ambiente controlado</a:t>
              </a:r>
              <a:r>
                <a:rPr lang="en-US" sz="17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onde todos os recursos de TI possam ser gerenciados de forma centralizada e eficiente.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6594177" y="4467549"/>
            <a:ext cx="5094246" cy="1908353"/>
          </a:xfrm>
          <a:custGeom>
            <a:avLst/>
            <a:gdLst/>
            <a:ahLst/>
            <a:cxnLst/>
            <a:rect r="r" b="b" t="t" l="l"/>
            <a:pathLst>
              <a:path h="1908353" w="5094246">
                <a:moveTo>
                  <a:pt x="0" y="0"/>
                </a:moveTo>
                <a:lnTo>
                  <a:pt x="5094246" y="0"/>
                </a:lnTo>
                <a:lnTo>
                  <a:pt x="5094246" y="1908353"/>
                </a:lnTo>
                <a:lnTo>
                  <a:pt x="0" y="190835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838321" y="4730210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6" y="0"/>
                </a:lnTo>
                <a:lnTo>
                  <a:pt x="222276" y="222276"/>
                </a:lnTo>
                <a:lnTo>
                  <a:pt x="0" y="2222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7233466" y="4673931"/>
            <a:ext cx="4346639" cy="303253"/>
            <a:chOff x="0" y="0"/>
            <a:chExt cx="5663806" cy="3951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63806" cy="395150"/>
            </a:xfrm>
            <a:custGeom>
              <a:avLst/>
              <a:gdLst/>
              <a:ahLst/>
              <a:cxnLst/>
              <a:rect r="r" b="b" t="t" l="l"/>
              <a:pathLst>
                <a:path h="395150" w="5663806">
                  <a:moveTo>
                    <a:pt x="0" y="0"/>
                  </a:moveTo>
                  <a:lnTo>
                    <a:pt x="5663806" y="0"/>
                  </a:lnTo>
                  <a:lnTo>
                    <a:pt x="5663806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9285" r="0" b="-22928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5663806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Interface web única para gerenciar todas as VMs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6838321" y="5174761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6" y="0"/>
                </a:lnTo>
                <a:lnTo>
                  <a:pt x="222276" y="222275"/>
                </a:lnTo>
                <a:lnTo>
                  <a:pt x="0" y="2222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7233466" y="5115805"/>
            <a:ext cx="4346638" cy="305920"/>
            <a:chOff x="0" y="0"/>
            <a:chExt cx="5614416" cy="3951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14412" cy="395150"/>
            </a:xfrm>
            <a:custGeom>
              <a:avLst/>
              <a:gdLst/>
              <a:ahLst/>
              <a:cxnLst/>
              <a:rect r="r" b="b" t="t" l="l"/>
              <a:pathLst>
                <a:path h="395150" w="5614412">
                  <a:moveTo>
                    <a:pt x="0" y="0"/>
                  </a:moveTo>
                  <a:lnTo>
                    <a:pt x="5614412" y="0"/>
                  </a:lnTo>
                  <a:lnTo>
                    <a:pt x="5614412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6849" r="0" b="-22684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614416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Cotas de armazenamento por Máquina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6838321" y="5619302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6" y="0"/>
                </a:lnTo>
                <a:lnTo>
                  <a:pt x="222276" y="222276"/>
                </a:lnTo>
                <a:lnTo>
                  <a:pt x="0" y="2222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7233466" y="5569906"/>
            <a:ext cx="4346638" cy="592722"/>
            <a:chOff x="0" y="0"/>
            <a:chExt cx="5795518" cy="7902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95522" cy="790298"/>
            </a:xfrm>
            <a:custGeom>
              <a:avLst/>
              <a:gdLst/>
              <a:ahLst/>
              <a:cxnLst/>
              <a:rect r="r" b="b" t="t" l="l"/>
              <a:pathLst>
                <a:path h="790298" w="5795522">
                  <a:moveTo>
                    <a:pt x="0" y="0"/>
                  </a:moveTo>
                  <a:lnTo>
                    <a:pt x="5795522" y="0"/>
                  </a:lnTo>
                  <a:lnTo>
                    <a:pt x="5795522" y="790298"/>
                  </a:lnTo>
                  <a:lnTo>
                    <a:pt x="0" y="7902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5795518" cy="847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Backups automatizados e restauração simplificada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2151281" y="1771469"/>
            <a:ext cx="5644277" cy="5125650"/>
          </a:xfrm>
          <a:custGeom>
            <a:avLst/>
            <a:gdLst/>
            <a:ahLst/>
            <a:cxnLst/>
            <a:rect r="r" b="b" t="t" l="l"/>
            <a:pathLst>
              <a:path h="5125650" w="5644277">
                <a:moveTo>
                  <a:pt x="0" y="0"/>
                </a:moveTo>
                <a:lnTo>
                  <a:pt x="5644277" y="0"/>
                </a:lnTo>
                <a:lnTo>
                  <a:pt x="5644277" y="5125650"/>
                </a:lnTo>
                <a:lnTo>
                  <a:pt x="0" y="51256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2429639" y="2049837"/>
            <a:ext cx="691515" cy="691515"/>
            <a:chOff x="0" y="0"/>
            <a:chExt cx="922020" cy="9220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269335" y="2159860"/>
            <a:ext cx="2572756" cy="498718"/>
            <a:chOff x="0" y="0"/>
            <a:chExt cx="3128264" cy="606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28264" cy="606393"/>
            </a:xfrm>
            <a:custGeom>
              <a:avLst/>
              <a:gdLst/>
              <a:ahLst/>
              <a:cxnLst/>
              <a:rect r="r" b="b" t="t" l="l"/>
              <a:pathLst>
                <a:path h="606393" w="3128264">
                  <a:moveTo>
                    <a:pt x="0" y="0"/>
                  </a:moveTo>
                  <a:lnTo>
                    <a:pt x="3128264" y="0"/>
                  </a:lnTo>
                  <a:lnTo>
                    <a:pt x="3128264" y="606393"/>
                  </a:lnTo>
                  <a:lnTo>
                    <a:pt x="0" y="6063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76" r="0" b="-4396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128264" cy="625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sz="2334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Revitalização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429639" y="3337931"/>
            <a:ext cx="5198678" cy="1086660"/>
            <a:chOff x="0" y="0"/>
            <a:chExt cx="6931571" cy="1448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31576" cy="1448880"/>
            </a:xfrm>
            <a:custGeom>
              <a:avLst/>
              <a:gdLst/>
              <a:ahLst/>
              <a:cxnLst/>
              <a:rect r="r" b="b" t="t" l="l"/>
              <a:pathLst>
                <a:path h="1448880" w="6931576">
                  <a:moveTo>
                    <a:pt x="0" y="0"/>
                  </a:moveTo>
                  <a:lnTo>
                    <a:pt x="6931576" y="0"/>
                  </a:lnTo>
                  <a:lnTo>
                    <a:pt x="6931576" y="1448880"/>
                  </a:lnTo>
                  <a:lnTo>
                    <a:pt x="0" y="1448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218" r="0" b="-4321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6931571" cy="1544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0"/>
                </a:lnSpc>
              </a:pPr>
              <a:r>
                <a:rPr lang="en-US" sz="17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Reduzir o </a:t>
              </a:r>
              <a:r>
                <a:rPr lang="en-US" b="true" sz="1750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descarte de equipamentos eletrônicos</a:t>
              </a:r>
              <a:r>
                <a:rPr lang="en-US" sz="175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 promover o reaproveitamento de hardware através da virtualização.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2426296" y="4615729"/>
            <a:ext cx="5094246" cy="1611992"/>
          </a:xfrm>
          <a:custGeom>
            <a:avLst/>
            <a:gdLst/>
            <a:ahLst/>
            <a:cxnLst/>
            <a:rect r="r" b="b" t="t" l="l"/>
            <a:pathLst>
              <a:path h="1611992" w="5094246">
                <a:moveTo>
                  <a:pt x="0" y="0"/>
                </a:moveTo>
                <a:lnTo>
                  <a:pt x="5094246" y="0"/>
                </a:lnTo>
                <a:lnTo>
                  <a:pt x="5094246" y="1611992"/>
                </a:lnTo>
                <a:lnTo>
                  <a:pt x="0" y="161199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2670441" y="4878391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5" y="0"/>
                </a:lnTo>
                <a:lnTo>
                  <a:pt x="222275" y="222275"/>
                </a:lnTo>
                <a:lnTo>
                  <a:pt x="0" y="222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3065585" y="4804305"/>
            <a:ext cx="3825974" cy="321059"/>
            <a:chOff x="0" y="0"/>
            <a:chExt cx="4708868" cy="3951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08862" cy="395150"/>
            </a:xfrm>
            <a:custGeom>
              <a:avLst/>
              <a:gdLst/>
              <a:ahLst/>
              <a:cxnLst/>
              <a:rect r="r" b="b" t="t" l="l"/>
              <a:pathLst>
                <a:path h="395150" w="4708862">
                  <a:moveTo>
                    <a:pt x="0" y="0"/>
                  </a:moveTo>
                  <a:lnTo>
                    <a:pt x="4708862" y="0"/>
                  </a:lnTo>
                  <a:lnTo>
                    <a:pt x="4708862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196" r="0" b="-18219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4708868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Reaproveitamento de servidores antigos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2670441" y="5322941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5" y="0"/>
                </a:lnTo>
                <a:lnTo>
                  <a:pt x="222275" y="222276"/>
                </a:lnTo>
                <a:lnTo>
                  <a:pt x="0" y="2222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3065585" y="5268765"/>
            <a:ext cx="2948679" cy="301141"/>
            <a:chOff x="0" y="0"/>
            <a:chExt cx="3869169" cy="3951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869170" cy="395150"/>
            </a:xfrm>
            <a:custGeom>
              <a:avLst/>
              <a:gdLst/>
              <a:ahLst/>
              <a:cxnLst/>
              <a:rect r="r" b="b" t="t" l="l"/>
              <a:pathLst>
                <a:path h="395150" w="3869170">
                  <a:moveTo>
                    <a:pt x="0" y="0"/>
                  </a:moveTo>
                  <a:lnTo>
                    <a:pt x="3869170" y="0"/>
                  </a:lnTo>
                  <a:lnTo>
                    <a:pt x="3869170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790" r="0" b="-14079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3869169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Redução do consumo de energia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2670441" y="5767483"/>
            <a:ext cx="222275" cy="222275"/>
          </a:xfrm>
          <a:custGeom>
            <a:avLst/>
            <a:gdLst/>
            <a:ahLst/>
            <a:cxnLst/>
            <a:rect r="r" b="b" t="t" l="l"/>
            <a:pathLst>
              <a:path h="222275" w="222275">
                <a:moveTo>
                  <a:pt x="0" y="0"/>
                </a:moveTo>
                <a:lnTo>
                  <a:pt x="222275" y="0"/>
                </a:lnTo>
                <a:lnTo>
                  <a:pt x="222275" y="222275"/>
                </a:lnTo>
                <a:lnTo>
                  <a:pt x="0" y="222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3065585" y="5712781"/>
            <a:ext cx="2953826" cy="301666"/>
            <a:chOff x="0" y="0"/>
            <a:chExt cx="3869169" cy="3951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69170" cy="395150"/>
            </a:xfrm>
            <a:custGeom>
              <a:avLst/>
              <a:gdLst/>
              <a:ahLst/>
              <a:cxnLst/>
              <a:rect r="r" b="b" t="t" l="l"/>
              <a:pathLst>
                <a:path h="395150" w="3869170">
                  <a:moveTo>
                    <a:pt x="0" y="0"/>
                  </a:moveTo>
                  <a:lnTo>
                    <a:pt x="3869170" y="0"/>
                  </a:lnTo>
                  <a:lnTo>
                    <a:pt x="3869170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790" r="0" b="-14079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3869169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sz="155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Menor geração de lixo eletrônico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487232" y="7085924"/>
            <a:ext cx="17313526" cy="2717702"/>
          </a:xfrm>
          <a:custGeom>
            <a:avLst/>
            <a:gdLst/>
            <a:ahLst/>
            <a:cxnLst/>
            <a:rect r="r" b="b" t="t" l="l"/>
            <a:pathLst>
              <a:path h="2717702" w="17313526">
                <a:moveTo>
                  <a:pt x="0" y="0"/>
                </a:moveTo>
                <a:lnTo>
                  <a:pt x="17313526" y="0"/>
                </a:lnTo>
                <a:lnTo>
                  <a:pt x="17313526" y="2717701"/>
                </a:lnTo>
                <a:lnTo>
                  <a:pt x="0" y="271770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765600" y="7364282"/>
            <a:ext cx="691515" cy="691515"/>
            <a:chOff x="0" y="0"/>
            <a:chExt cx="922020" cy="9220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86" id="86"/>
          <p:cNvSpPr/>
          <p:nvPr/>
        </p:nvSpPr>
        <p:spPr>
          <a:xfrm flipH="false" flipV="false" rot="0">
            <a:off x="963178" y="7561859"/>
            <a:ext cx="296361" cy="296361"/>
          </a:xfrm>
          <a:custGeom>
            <a:avLst/>
            <a:gdLst/>
            <a:ahLst/>
            <a:cxnLst/>
            <a:rect r="r" b="b" t="t" l="l"/>
            <a:pathLst>
              <a:path h="296361" w="296361">
                <a:moveTo>
                  <a:pt x="0" y="0"/>
                </a:moveTo>
                <a:lnTo>
                  <a:pt x="296360" y="0"/>
                </a:lnTo>
                <a:lnTo>
                  <a:pt x="296360" y="296361"/>
                </a:lnTo>
                <a:lnTo>
                  <a:pt x="0" y="29636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1605296" y="7447344"/>
            <a:ext cx="3840356" cy="460272"/>
            <a:chOff x="0" y="0"/>
            <a:chExt cx="4396042" cy="52687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396036" cy="526866"/>
            </a:xfrm>
            <a:custGeom>
              <a:avLst/>
              <a:gdLst/>
              <a:ahLst/>
              <a:cxnLst/>
              <a:rect r="r" b="b" t="t" l="l"/>
              <a:pathLst>
                <a:path h="526866" w="4396036">
                  <a:moveTo>
                    <a:pt x="0" y="0"/>
                  </a:moveTo>
                  <a:lnTo>
                    <a:pt x="4396036" y="0"/>
                  </a:lnTo>
                  <a:lnTo>
                    <a:pt x="4396036" y="526866"/>
                  </a:lnTo>
                  <a:lnTo>
                    <a:pt x="0" y="5268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2577" r="0" b="-11257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396042" cy="545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b="true" sz="233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Performance e Inovação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62248" y="8250022"/>
            <a:ext cx="5464702" cy="1068667"/>
          </a:xfrm>
          <a:custGeom>
            <a:avLst/>
            <a:gdLst/>
            <a:ahLst/>
            <a:cxnLst/>
            <a:rect r="r" b="b" t="t" l="l"/>
            <a:pathLst>
              <a:path h="1068667" w="5464702">
                <a:moveTo>
                  <a:pt x="0" y="0"/>
                </a:moveTo>
                <a:lnTo>
                  <a:pt x="5464702" y="0"/>
                </a:lnTo>
                <a:lnTo>
                  <a:pt x="5464702" y="1068666"/>
                </a:lnTo>
                <a:lnTo>
                  <a:pt x="0" y="106866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006392" y="8487994"/>
            <a:ext cx="246974" cy="246974"/>
          </a:xfrm>
          <a:custGeom>
            <a:avLst/>
            <a:gdLst/>
            <a:ahLst/>
            <a:cxnLst/>
            <a:rect r="r" b="b" t="t" l="l"/>
            <a:pathLst>
              <a:path h="246974" w="246974">
                <a:moveTo>
                  <a:pt x="0" y="0"/>
                </a:moveTo>
                <a:lnTo>
                  <a:pt x="246974" y="0"/>
                </a:lnTo>
                <a:lnTo>
                  <a:pt x="246974" y="246974"/>
                </a:lnTo>
                <a:lnTo>
                  <a:pt x="0" y="24697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383020" y="8463296"/>
            <a:ext cx="1074315" cy="296361"/>
            <a:chOff x="0" y="0"/>
            <a:chExt cx="1432420" cy="3951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32416" cy="395150"/>
            </a:xfrm>
            <a:custGeom>
              <a:avLst/>
              <a:gdLst/>
              <a:ahLst/>
              <a:cxnLst/>
              <a:rect r="r" b="b" t="t" l="l"/>
              <a:pathLst>
                <a:path h="395150" w="1432416">
                  <a:moveTo>
                    <a:pt x="0" y="0"/>
                  </a:moveTo>
                  <a:lnTo>
                    <a:pt x="1432416" y="0"/>
                  </a:lnTo>
                  <a:lnTo>
                    <a:pt x="1432416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1432420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b="true" sz="155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Velocidade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75522" y="8858440"/>
            <a:ext cx="5124593" cy="246974"/>
            <a:chOff x="0" y="0"/>
            <a:chExt cx="6832790" cy="32929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32788" cy="329292"/>
            </a:xfrm>
            <a:custGeom>
              <a:avLst/>
              <a:gdLst/>
              <a:ahLst/>
              <a:cxnLst/>
              <a:rect r="r" b="b" t="t" l="l"/>
              <a:pathLst>
                <a:path h="329292" w="6832788">
                  <a:moveTo>
                    <a:pt x="0" y="0"/>
                  </a:moveTo>
                  <a:lnTo>
                    <a:pt x="6832788" y="0"/>
                  </a:lnTo>
                  <a:lnTo>
                    <a:pt x="6832788" y="329292"/>
                  </a:lnTo>
                  <a:lnTo>
                    <a:pt x="0" y="3292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312" r="0" b="-35431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832790" cy="36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9"/>
                </a:lnSpc>
              </a:pPr>
              <a:r>
                <a:rPr lang="en-US" sz="136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Ambientes mais rápidos e responsivos para os alunos</a:t>
              </a: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6413002" y="8250022"/>
            <a:ext cx="5464702" cy="1068667"/>
          </a:xfrm>
          <a:custGeom>
            <a:avLst/>
            <a:gdLst/>
            <a:ahLst/>
            <a:cxnLst/>
            <a:rect r="r" b="b" t="t" l="l"/>
            <a:pathLst>
              <a:path h="1068667" w="5464702">
                <a:moveTo>
                  <a:pt x="0" y="0"/>
                </a:moveTo>
                <a:lnTo>
                  <a:pt x="5464702" y="0"/>
                </a:lnTo>
                <a:lnTo>
                  <a:pt x="5464702" y="1068666"/>
                </a:lnTo>
                <a:lnTo>
                  <a:pt x="0" y="1068666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6657146" y="8487994"/>
            <a:ext cx="246974" cy="246974"/>
          </a:xfrm>
          <a:custGeom>
            <a:avLst/>
            <a:gdLst/>
            <a:ahLst/>
            <a:cxnLst/>
            <a:rect r="r" b="b" t="t" l="l"/>
            <a:pathLst>
              <a:path h="246974" w="246974">
                <a:moveTo>
                  <a:pt x="0" y="0"/>
                </a:moveTo>
                <a:lnTo>
                  <a:pt x="246974" y="0"/>
                </a:lnTo>
                <a:lnTo>
                  <a:pt x="246974" y="246974"/>
                </a:lnTo>
                <a:lnTo>
                  <a:pt x="0" y="24697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7033774" y="8444775"/>
            <a:ext cx="1285771" cy="314882"/>
            <a:chOff x="0" y="0"/>
            <a:chExt cx="1613522" cy="3951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613526" cy="395150"/>
            </a:xfrm>
            <a:custGeom>
              <a:avLst/>
              <a:gdLst/>
              <a:ahLst/>
              <a:cxnLst/>
              <a:rect r="r" b="b" t="t" l="l"/>
              <a:pathLst>
                <a:path h="395150" w="1613526">
                  <a:moveTo>
                    <a:pt x="0" y="0"/>
                  </a:moveTo>
                  <a:lnTo>
                    <a:pt x="1613526" y="0"/>
                  </a:lnTo>
                  <a:lnTo>
                    <a:pt x="1613526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563" r="0" b="-2956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1613522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b="true" sz="155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Atualizações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626276" y="8858440"/>
            <a:ext cx="5124593" cy="246974"/>
            <a:chOff x="0" y="0"/>
            <a:chExt cx="6832790" cy="32929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832788" cy="329292"/>
            </a:xfrm>
            <a:custGeom>
              <a:avLst/>
              <a:gdLst/>
              <a:ahLst/>
              <a:cxnLst/>
              <a:rect r="r" b="b" t="t" l="l"/>
              <a:pathLst>
                <a:path h="329292" w="6832788">
                  <a:moveTo>
                    <a:pt x="0" y="0"/>
                  </a:moveTo>
                  <a:lnTo>
                    <a:pt x="6832788" y="0"/>
                  </a:lnTo>
                  <a:lnTo>
                    <a:pt x="6832788" y="329292"/>
                  </a:lnTo>
                  <a:lnTo>
                    <a:pt x="0" y="3292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312" r="0" b="-35431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6832790" cy="36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9"/>
                </a:lnSpc>
              </a:pPr>
              <a:r>
                <a:rPr lang="en-US" sz="136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Flexibilidade para implementar novas tecnologias facilmente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12063946" y="8250022"/>
            <a:ext cx="5464702" cy="1068667"/>
          </a:xfrm>
          <a:custGeom>
            <a:avLst/>
            <a:gdLst/>
            <a:ahLst/>
            <a:cxnLst/>
            <a:rect r="r" b="b" t="t" l="l"/>
            <a:pathLst>
              <a:path h="1068667" w="5464702">
                <a:moveTo>
                  <a:pt x="0" y="0"/>
                </a:moveTo>
                <a:lnTo>
                  <a:pt x="5464702" y="0"/>
                </a:lnTo>
                <a:lnTo>
                  <a:pt x="5464702" y="1068666"/>
                </a:lnTo>
                <a:lnTo>
                  <a:pt x="0" y="106866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12338961" y="8487994"/>
            <a:ext cx="185223" cy="246974"/>
          </a:xfrm>
          <a:custGeom>
            <a:avLst/>
            <a:gdLst/>
            <a:ahLst/>
            <a:cxnLst/>
            <a:rect r="r" b="b" t="t" l="l"/>
            <a:pathLst>
              <a:path h="246974" w="185223">
                <a:moveTo>
                  <a:pt x="0" y="0"/>
                </a:moveTo>
                <a:lnTo>
                  <a:pt x="185223" y="0"/>
                </a:lnTo>
                <a:lnTo>
                  <a:pt x="185223" y="246974"/>
                </a:lnTo>
                <a:lnTo>
                  <a:pt x="0" y="246974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12684719" y="8444775"/>
            <a:ext cx="944647" cy="314882"/>
            <a:chOff x="0" y="0"/>
            <a:chExt cx="1185443" cy="3951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85448" cy="395150"/>
            </a:xfrm>
            <a:custGeom>
              <a:avLst/>
              <a:gdLst/>
              <a:ahLst/>
              <a:cxnLst/>
              <a:rect r="r" b="b" t="t" l="l"/>
              <a:pathLst>
                <a:path h="395150" w="1185448">
                  <a:moveTo>
                    <a:pt x="0" y="0"/>
                  </a:moveTo>
                  <a:lnTo>
                    <a:pt x="1185448" y="0"/>
                  </a:lnTo>
                  <a:lnTo>
                    <a:pt x="1185448" y="395150"/>
                  </a:lnTo>
                  <a:lnTo>
                    <a:pt x="0" y="39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57150"/>
              <a:ext cx="1185443" cy="452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b="true" sz="155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Inovação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277220" y="8858440"/>
            <a:ext cx="5124593" cy="246974"/>
            <a:chOff x="0" y="0"/>
            <a:chExt cx="6832790" cy="32929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832788" cy="329292"/>
            </a:xfrm>
            <a:custGeom>
              <a:avLst/>
              <a:gdLst/>
              <a:ahLst/>
              <a:cxnLst/>
              <a:rect r="r" b="b" t="t" l="l"/>
              <a:pathLst>
                <a:path h="329292" w="6832788">
                  <a:moveTo>
                    <a:pt x="0" y="0"/>
                  </a:moveTo>
                  <a:lnTo>
                    <a:pt x="6832788" y="0"/>
                  </a:lnTo>
                  <a:lnTo>
                    <a:pt x="6832788" y="329292"/>
                  </a:lnTo>
                  <a:lnTo>
                    <a:pt x="0" y="3292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312" r="0" b="-35431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6832790" cy="36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9"/>
                </a:lnSpc>
              </a:pPr>
              <a:r>
                <a:rPr lang="en-US" sz="136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Ambiente autossuficiente para projetos futuros</a:t>
              </a:r>
            </a:p>
          </p:txBody>
        </p:sp>
      </p:grpSp>
      <p:sp>
        <p:nvSpPr>
          <p:cNvPr name="Freeform 114" id="114"/>
          <p:cNvSpPr/>
          <p:nvPr/>
        </p:nvSpPr>
        <p:spPr>
          <a:xfrm flipH="false" flipV="false" rot="0">
            <a:off x="12592088" y="2229477"/>
            <a:ext cx="386320" cy="332235"/>
          </a:xfrm>
          <a:custGeom>
            <a:avLst/>
            <a:gdLst/>
            <a:ahLst/>
            <a:cxnLst/>
            <a:rect r="r" b="b" t="t" l="l"/>
            <a:pathLst>
              <a:path h="332235" w="386320">
                <a:moveTo>
                  <a:pt x="0" y="0"/>
                </a:moveTo>
                <a:lnTo>
                  <a:pt x="386320" y="0"/>
                </a:lnTo>
                <a:lnTo>
                  <a:pt x="386320" y="332235"/>
                </a:lnTo>
                <a:lnTo>
                  <a:pt x="0" y="33223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277" y="-70786"/>
            <a:ext cx="18967178" cy="10492857"/>
            <a:chOff x="0" y="0"/>
            <a:chExt cx="2479342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793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93422">
                  <a:moveTo>
                    <a:pt x="0" y="0"/>
                  </a:moveTo>
                  <a:lnTo>
                    <a:pt x="24793422" y="0"/>
                  </a:lnTo>
                  <a:lnTo>
                    <a:pt x="24793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83" r="0" b="-14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51684" y="8870156"/>
            <a:ext cx="5665129" cy="1304925"/>
            <a:chOff x="0" y="0"/>
            <a:chExt cx="1492051" cy="3436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2051" cy="343684"/>
            </a:xfrm>
            <a:custGeom>
              <a:avLst/>
              <a:gdLst/>
              <a:ahLst/>
              <a:cxnLst/>
              <a:rect r="r" b="b" t="t" l="l"/>
              <a:pathLst>
                <a:path h="343684" w="1492051">
                  <a:moveTo>
                    <a:pt x="69696" y="0"/>
                  </a:moveTo>
                  <a:lnTo>
                    <a:pt x="1422354" y="0"/>
                  </a:lnTo>
                  <a:cubicBezTo>
                    <a:pt x="1440839" y="0"/>
                    <a:pt x="1458566" y="7343"/>
                    <a:pt x="1471637" y="20414"/>
                  </a:cubicBezTo>
                  <a:cubicBezTo>
                    <a:pt x="1484708" y="33484"/>
                    <a:pt x="1492051" y="51212"/>
                    <a:pt x="1492051" y="69696"/>
                  </a:cubicBezTo>
                  <a:lnTo>
                    <a:pt x="1492051" y="273988"/>
                  </a:lnTo>
                  <a:cubicBezTo>
                    <a:pt x="1492051" y="292472"/>
                    <a:pt x="1484708" y="310200"/>
                    <a:pt x="1471637" y="323270"/>
                  </a:cubicBezTo>
                  <a:cubicBezTo>
                    <a:pt x="1458566" y="336341"/>
                    <a:pt x="1440839" y="343684"/>
                    <a:pt x="1422354" y="343684"/>
                  </a:cubicBezTo>
                  <a:lnTo>
                    <a:pt x="69696" y="343684"/>
                  </a:lnTo>
                  <a:cubicBezTo>
                    <a:pt x="51212" y="343684"/>
                    <a:pt x="33484" y="336341"/>
                    <a:pt x="20414" y="323270"/>
                  </a:cubicBezTo>
                  <a:cubicBezTo>
                    <a:pt x="7343" y="310200"/>
                    <a:pt x="0" y="292472"/>
                    <a:pt x="0" y="273988"/>
                  </a:cubicBezTo>
                  <a:lnTo>
                    <a:pt x="0" y="69696"/>
                  </a:lnTo>
                  <a:cubicBezTo>
                    <a:pt x="0" y="51212"/>
                    <a:pt x="7343" y="33484"/>
                    <a:pt x="20414" y="20414"/>
                  </a:cubicBezTo>
                  <a:cubicBezTo>
                    <a:pt x="33484" y="7343"/>
                    <a:pt x="51212" y="0"/>
                    <a:pt x="69696" y="0"/>
                  </a:cubicBezTo>
                  <a:close/>
                </a:path>
              </a:pathLst>
            </a:custGeom>
            <a:solidFill>
              <a:srgbClr val="4FC3F7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92051" cy="400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6250" y="619125"/>
            <a:ext cx="666750" cy="666750"/>
            <a:chOff x="0" y="0"/>
            <a:chExt cx="889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190500" y="0"/>
                  </a:moveTo>
                  <a:lnTo>
                    <a:pt x="698500" y="0"/>
                  </a:lnTo>
                  <a:cubicBezTo>
                    <a:pt x="803656" y="0"/>
                    <a:pt x="889000" y="85344"/>
                    <a:pt x="889000" y="190500"/>
                  </a:cubicBezTo>
                  <a:lnTo>
                    <a:pt x="889000" y="698500"/>
                  </a:lnTo>
                  <a:cubicBezTo>
                    <a:pt x="889000" y="803656"/>
                    <a:pt x="803656" y="889000"/>
                    <a:pt x="698500" y="889000"/>
                  </a:cubicBezTo>
                  <a:lnTo>
                    <a:pt x="190500" y="889000"/>
                  </a:lnTo>
                  <a:cubicBezTo>
                    <a:pt x="85344" y="889000"/>
                    <a:pt x="0" y="803656"/>
                    <a:pt x="0" y="698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31031" y="809625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33500" y="420586"/>
            <a:ext cx="5611697" cy="531914"/>
            <a:chOff x="0" y="0"/>
            <a:chExt cx="6699250" cy="63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99250" cy="635000"/>
            </a:xfrm>
            <a:custGeom>
              <a:avLst/>
              <a:gdLst/>
              <a:ahLst/>
              <a:cxnLst/>
              <a:rect r="r" b="b" t="t" l="l"/>
              <a:pathLst>
                <a:path h="63500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567" r="0" b="-15556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6699250" cy="59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b="true" sz="33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Público-Alvo e Benefícios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3500" y="952500"/>
            <a:ext cx="4929188" cy="333375"/>
            <a:chOff x="0" y="0"/>
            <a:chExt cx="6572250" cy="444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2250" cy="444500"/>
            </a:xfrm>
            <a:custGeom>
              <a:avLst/>
              <a:gdLst/>
              <a:ahLst/>
              <a:cxnLst/>
              <a:rect r="r" b="b" t="t" l="l"/>
              <a:pathLst>
                <a:path h="444500" w="6572250">
                  <a:moveTo>
                    <a:pt x="0" y="0"/>
                  </a:moveTo>
                  <a:lnTo>
                    <a:pt x="6572250" y="0"/>
                  </a:lnTo>
                  <a:lnTo>
                    <a:pt x="65722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100" r="0" b="-2381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6572250" cy="51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Quem Será Impactado e Como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3500" y="1381125"/>
            <a:ext cx="1143000" cy="47625"/>
            <a:chOff x="0" y="0"/>
            <a:chExt cx="1524000" cy="6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0" cy="63500"/>
            </a:xfrm>
            <a:custGeom>
              <a:avLst/>
              <a:gdLst/>
              <a:ahLst/>
              <a:cxnLst/>
              <a:rect r="r" b="b" t="t" l="l"/>
              <a:pathLst>
                <a:path h="63500" w="1524000">
                  <a:moveTo>
                    <a:pt x="31750" y="0"/>
                  </a:moveTo>
                  <a:lnTo>
                    <a:pt x="1492250" y="0"/>
                  </a:lnTo>
                  <a:cubicBezTo>
                    <a:pt x="1509776" y="0"/>
                    <a:pt x="1524000" y="14224"/>
                    <a:pt x="1524000" y="31750"/>
                  </a:cubicBezTo>
                  <a:cubicBezTo>
                    <a:pt x="1524000" y="49276"/>
                    <a:pt x="1509776" y="63500"/>
                    <a:pt x="1492250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ubicBezTo>
                    <a:pt x="0" y="14224"/>
                    <a:pt x="14224" y="0"/>
                    <a:pt x="3175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69106" y="1707356"/>
            <a:ext cx="8586788" cy="6991350"/>
          </a:xfrm>
          <a:custGeom>
            <a:avLst/>
            <a:gdLst/>
            <a:ahLst/>
            <a:cxnLst/>
            <a:rect r="r" b="b" t="t" l="l"/>
            <a:pathLst>
              <a:path h="6991350" w="8586788">
                <a:moveTo>
                  <a:pt x="0" y="0"/>
                </a:moveTo>
                <a:lnTo>
                  <a:pt x="8586788" y="0"/>
                </a:lnTo>
                <a:lnTo>
                  <a:pt x="8586788" y="6991350"/>
                </a:lnTo>
                <a:lnTo>
                  <a:pt x="0" y="6991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91766" y="2024062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1" y="0"/>
                </a:lnTo>
                <a:lnTo>
                  <a:pt x="25003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95375" y="1976438"/>
            <a:ext cx="7834312" cy="381000"/>
            <a:chOff x="0" y="0"/>
            <a:chExt cx="10445750" cy="50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45750" cy="508000"/>
            </a:xfrm>
            <a:custGeom>
              <a:avLst/>
              <a:gdLst/>
              <a:ahLst/>
              <a:cxnLst/>
              <a:rect r="r" b="b" t="t" l="l"/>
              <a:pathLst>
                <a:path h="508000" w="10445750">
                  <a:moveTo>
                    <a:pt x="0" y="0"/>
                  </a:moveTo>
                  <a:lnTo>
                    <a:pt x="10445750" y="0"/>
                  </a:lnTo>
                  <a:lnTo>
                    <a:pt x="1044575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0661" r="0" b="-35066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445750" cy="53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b="true" sz="22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Público-Alvo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8188" y="2547938"/>
            <a:ext cx="8155781" cy="985248"/>
            <a:chOff x="0" y="0"/>
            <a:chExt cx="10874375" cy="13136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74376" cy="1313665"/>
            </a:xfrm>
            <a:custGeom>
              <a:avLst/>
              <a:gdLst/>
              <a:ahLst/>
              <a:cxnLst/>
              <a:rect r="r" b="b" t="t" l="l"/>
              <a:pathLst>
                <a:path h="1313665" w="10874376">
                  <a:moveTo>
                    <a:pt x="0" y="0"/>
                  </a:moveTo>
                  <a:lnTo>
                    <a:pt x="10874376" y="0"/>
                  </a:lnTo>
                  <a:lnTo>
                    <a:pt x="10874376" y="1313665"/>
                  </a:lnTo>
                  <a:lnTo>
                    <a:pt x="0" y="13136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645" r="0" b="-969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0874375" cy="1399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1687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Nosso projeto tem como foco principal todos </a:t>
              </a:r>
              <a:r>
                <a:rPr lang="en-US" b="true" sz="1687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alunos da ETEC</a:t>
              </a:r>
              <a:r>
                <a:rPr lang="en-US" sz="1687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mas terá ferramentas  que benificiarão aqueles matriculados nos cursos da área de tecnologia.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34616" y="3714150"/>
            <a:ext cx="8055769" cy="3555206"/>
          </a:xfrm>
          <a:custGeom>
            <a:avLst/>
            <a:gdLst/>
            <a:ahLst/>
            <a:cxnLst/>
            <a:rect r="r" b="b" t="t" l="l"/>
            <a:pathLst>
              <a:path h="3555206" w="8055769">
                <a:moveTo>
                  <a:pt x="0" y="0"/>
                </a:moveTo>
                <a:lnTo>
                  <a:pt x="8055768" y="0"/>
                </a:lnTo>
                <a:lnTo>
                  <a:pt x="8055768" y="3555206"/>
                </a:lnTo>
                <a:lnTo>
                  <a:pt x="0" y="35552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52500" y="3967763"/>
            <a:ext cx="214312" cy="190500"/>
          </a:xfrm>
          <a:custGeom>
            <a:avLst/>
            <a:gdLst/>
            <a:ahLst/>
            <a:cxnLst/>
            <a:rect r="r" b="b" t="t" l="l"/>
            <a:pathLst>
              <a:path h="190500" w="214312">
                <a:moveTo>
                  <a:pt x="0" y="0"/>
                </a:moveTo>
                <a:lnTo>
                  <a:pt x="214312" y="0"/>
                </a:lnTo>
                <a:lnTo>
                  <a:pt x="214312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78719" y="3920138"/>
            <a:ext cx="7500938" cy="285750"/>
            <a:chOff x="0" y="0"/>
            <a:chExt cx="1000125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01250" cy="381000"/>
            </a:xfrm>
            <a:custGeom>
              <a:avLst/>
              <a:gdLst/>
              <a:ahLst/>
              <a:cxnLst/>
              <a:rect r="r" b="b" t="t" l="l"/>
              <a:pathLst>
                <a:path h="381000" w="10001250">
                  <a:moveTo>
                    <a:pt x="0" y="0"/>
                  </a:moveTo>
                  <a:lnTo>
                    <a:pt x="10001250" y="0"/>
                  </a:lnTo>
                  <a:lnTo>
                    <a:pt x="10001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0001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Cursos Beneficiados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0594" y="4348763"/>
            <a:ext cx="7643812" cy="809625"/>
            <a:chOff x="0" y="0"/>
            <a:chExt cx="10191750" cy="1079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91750" cy="1079500"/>
            </a:xfrm>
            <a:custGeom>
              <a:avLst/>
              <a:gdLst/>
              <a:ahLst/>
              <a:cxnLst/>
              <a:rect r="r" b="b" t="t" l="l"/>
              <a:pathLst>
                <a:path h="1079500" w="10191750">
                  <a:moveTo>
                    <a:pt x="127000" y="0"/>
                  </a:moveTo>
                  <a:lnTo>
                    <a:pt x="10064750" y="0"/>
                  </a:lnTo>
                  <a:cubicBezTo>
                    <a:pt x="10134854" y="0"/>
                    <a:pt x="10191750" y="56896"/>
                    <a:pt x="10191750" y="127000"/>
                  </a:cubicBezTo>
                  <a:lnTo>
                    <a:pt x="10191750" y="952500"/>
                  </a:lnTo>
                  <a:cubicBezTo>
                    <a:pt x="10191750" y="1022604"/>
                    <a:pt x="10134854" y="1079500"/>
                    <a:pt x="10064750" y="1079500"/>
                  </a:cubicBezTo>
                  <a:lnTo>
                    <a:pt x="127000" y="1079500"/>
                  </a:lnTo>
                  <a:cubicBezTo>
                    <a:pt x="56896" y="1079500"/>
                    <a:pt x="0" y="1022604"/>
                    <a:pt x="0" y="952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83469" y="4515450"/>
            <a:ext cx="476250" cy="476250"/>
            <a:chOff x="0" y="0"/>
            <a:chExt cx="635000" cy="635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00A8E8">
                <a:alpha val="3922"/>
              </a:srgbClr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202531" y="4658325"/>
            <a:ext cx="238125" cy="190500"/>
          </a:xfrm>
          <a:custGeom>
            <a:avLst/>
            <a:gdLst/>
            <a:ahLst/>
            <a:cxnLst/>
            <a:rect r="r" b="b" t="t" l="l"/>
            <a:pathLst>
              <a:path h="190500" w="238125">
                <a:moveTo>
                  <a:pt x="0" y="0"/>
                </a:moveTo>
                <a:lnTo>
                  <a:pt x="238125" y="0"/>
                </a:lnTo>
                <a:lnTo>
                  <a:pt x="2381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702594" y="4491638"/>
            <a:ext cx="2262188" cy="285750"/>
            <a:chOff x="0" y="0"/>
            <a:chExt cx="3016250" cy="381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1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3016250">
                  <a:moveTo>
                    <a:pt x="0" y="0"/>
                  </a:moveTo>
                  <a:lnTo>
                    <a:pt x="3016250" y="0"/>
                  </a:lnTo>
                  <a:lnTo>
                    <a:pt x="3016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256" r="0" b="-10425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301625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Informática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02594" y="4777388"/>
            <a:ext cx="2250281" cy="238125"/>
            <a:chOff x="0" y="0"/>
            <a:chExt cx="3000375" cy="317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00376" cy="317500"/>
            </a:xfrm>
            <a:custGeom>
              <a:avLst/>
              <a:gdLst/>
              <a:ahLst/>
              <a:cxnLst/>
              <a:rect r="r" b="b" t="t" l="l"/>
              <a:pathLst>
                <a:path h="317500" w="3000376">
                  <a:moveTo>
                    <a:pt x="0" y="0"/>
                  </a:moveTo>
                  <a:lnTo>
                    <a:pt x="3000376" y="0"/>
                  </a:lnTo>
                  <a:lnTo>
                    <a:pt x="300037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133" r="0" b="-13413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000375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Manutenção, redes e sistemas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0594" y="5301263"/>
            <a:ext cx="7643812" cy="809625"/>
            <a:chOff x="0" y="0"/>
            <a:chExt cx="10191750" cy="1079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91750" cy="1079500"/>
            </a:xfrm>
            <a:custGeom>
              <a:avLst/>
              <a:gdLst/>
              <a:ahLst/>
              <a:cxnLst/>
              <a:rect r="r" b="b" t="t" l="l"/>
              <a:pathLst>
                <a:path h="1079500" w="10191750">
                  <a:moveTo>
                    <a:pt x="127000" y="0"/>
                  </a:moveTo>
                  <a:lnTo>
                    <a:pt x="10064750" y="0"/>
                  </a:lnTo>
                  <a:cubicBezTo>
                    <a:pt x="10134854" y="0"/>
                    <a:pt x="10191750" y="56896"/>
                    <a:pt x="10191750" y="127000"/>
                  </a:cubicBezTo>
                  <a:lnTo>
                    <a:pt x="10191750" y="952500"/>
                  </a:lnTo>
                  <a:cubicBezTo>
                    <a:pt x="10191750" y="1022604"/>
                    <a:pt x="10134854" y="1079500"/>
                    <a:pt x="10064750" y="1079500"/>
                  </a:cubicBezTo>
                  <a:lnTo>
                    <a:pt x="127000" y="1079500"/>
                  </a:lnTo>
                  <a:cubicBezTo>
                    <a:pt x="56896" y="1079500"/>
                    <a:pt x="0" y="1022604"/>
                    <a:pt x="0" y="952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83469" y="5467950"/>
            <a:ext cx="476250" cy="476250"/>
            <a:chOff x="0" y="0"/>
            <a:chExt cx="635000" cy="635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26344" y="5610825"/>
            <a:ext cx="190500" cy="190500"/>
            <a:chOff x="0" y="0"/>
            <a:chExt cx="254000" cy="254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15875"/>
              <a:ext cx="254000" cy="222250"/>
            </a:xfrm>
            <a:custGeom>
              <a:avLst/>
              <a:gdLst/>
              <a:ahLst/>
              <a:cxnLst/>
              <a:rect r="r" b="b" t="t" l="l"/>
              <a:pathLst>
                <a:path h="222250" w="254000">
                  <a:moveTo>
                    <a:pt x="15875" y="0"/>
                  </a:moveTo>
                  <a:cubicBezTo>
                    <a:pt x="7112" y="0"/>
                    <a:pt x="0" y="7112"/>
                    <a:pt x="0" y="15875"/>
                  </a:cubicBezTo>
                  <a:lnTo>
                    <a:pt x="0" y="198374"/>
                  </a:lnTo>
                  <a:cubicBezTo>
                    <a:pt x="0" y="211582"/>
                    <a:pt x="10668" y="222250"/>
                    <a:pt x="23749" y="222250"/>
                  </a:cubicBezTo>
                  <a:lnTo>
                    <a:pt x="230251" y="222250"/>
                  </a:lnTo>
                  <a:cubicBezTo>
                    <a:pt x="243459" y="222250"/>
                    <a:pt x="254000" y="211582"/>
                    <a:pt x="254000" y="198374"/>
                  </a:cubicBezTo>
                  <a:lnTo>
                    <a:pt x="254000" y="59690"/>
                  </a:lnTo>
                  <a:cubicBezTo>
                    <a:pt x="254000" y="50673"/>
                    <a:pt x="244348" y="44958"/>
                    <a:pt x="236474" y="49276"/>
                  </a:cubicBezTo>
                  <a:lnTo>
                    <a:pt x="158750" y="90932"/>
                  </a:lnTo>
                  <a:lnTo>
                    <a:pt x="158750" y="59690"/>
                  </a:lnTo>
                  <a:cubicBezTo>
                    <a:pt x="158750" y="50673"/>
                    <a:pt x="149098" y="44958"/>
                    <a:pt x="141224" y="49276"/>
                  </a:cubicBezTo>
                  <a:lnTo>
                    <a:pt x="63500" y="90932"/>
                  </a:lnTo>
                  <a:lnTo>
                    <a:pt x="63500" y="15875"/>
                  </a:lnTo>
                  <a:cubicBezTo>
                    <a:pt x="63500" y="7112"/>
                    <a:pt x="56388" y="0"/>
                    <a:pt x="47625" y="0"/>
                  </a:cubicBezTo>
                  <a:lnTo>
                    <a:pt x="15875" y="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02594" y="5444138"/>
            <a:ext cx="2619375" cy="285750"/>
            <a:chOff x="0" y="0"/>
            <a:chExt cx="3492500" cy="381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925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349250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Ptech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02594" y="5711054"/>
            <a:ext cx="2813693" cy="256958"/>
            <a:chOff x="0" y="0"/>
            <a:chExt cx="3476625" cy="317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76626" cy="317500"/>
            </a:xfrm>
            <a:custGeom>
              <a:avLst/>
              <a:gdLst/>
              <a:ahLst/>
              <a:cxnLst/>
              <a:rect r="r" b="b" t="t" l="l"/>
              <a:pathLst>
                <a:path h="317500" w="3476626">
                  <a:moveTo>
                    <a:pt x="0" y="0"/>
                  </a:moveTo>
                  <a:lnTo>
                    <a:pt x="3476626" y="0"/>
                  </a:lnTo>
                  <a:lnTo>
                    <a:pt x="3476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3361" r="0" b="-16336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476625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Programa de educação tecnológica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0594" y="6253763"/>
            <a:ext cx="7643812" cy="809625"/>
            <a:chOff x="0" y="0"/>
            <a:chExt cx="10191750" cy="10795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91750" cy="1079500"/>
            </a:xfrm>
            <a:custGeom>
              <a:avLst/>
              <a:gdLst/>
              <a:ahLst/>
              <a:cxnLst/>
              <a:rect r="r" b="b" t="t" l="l"/>
              <a:pathLst>
                <a:path h="1079500" w="10191750">
                  <a:moveTo>
                    <a:pt x="127000" y="0"/>
                  </a:moveTo>
                  <a:lnTo>
                    <a:pt x="10064750" y="0"/>
                  </a:lnTo>
                  <a:cubicBezTo>
                    <a:pt x="10134854" y="0"/>
                    <a:pt x="10191750" y="56896"/>
                    <a:pt x="10191750" y="127000"/>
                  </a:cubicBezTo>
                  <a:lnTo>
                    <a:pt x="10191750" y="952500"/>
                  </a:lnTo>
                  <a:cubicBezTo>
                    <a:pt x="10191750" y="1022604"/>
                    <a:pt x="10134854" y="1079500"/>
                    <a:pt x="10064750" y="1079500"/>
                  </a:cubicBezTo>
                  <a:lnTo>
                    <a:pt x="127000" y="1079500"/>
                  </a:lnTo>
                  <a:cubicBezTo>
                    <a:pt x="56896" y="1079500"/>
                    <a:pt x="0" y="1022604"/>
                    <a:pt x="0" y="952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83469" y="6420450"/>
            <a:ext cx="476250" cy="476250"/>
            <a:chOff x="0" y="0"/>
            <a:chExt cx="635000" cy="635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01579B">
                <a:alpha val="3922"/>
              </a:srgbClr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214438" y="6563325"/>
            <a:ext cx="214312" cy="190500"/>
          </a:xfrm>
          <a:custGeom>
            <a:avLst/>
            <a:gdLst/>
            <a:ahLst/>
            <a:cxnLst/>
            <a:rect r="r" b="b" t="t" l="l"/>
            <a:pathLst>
              <a:path h="190500" w="214312">
                <a:moveTo>
                  <a:pt x="0" y="0"/>
                </a:moveTo>
                <a:lnTo>
                  <a:pt x="214312" y="0"/>
                </a:lnTo>
                <a:lnTo>
                  <a:pt x="214312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702594" y="6375439"/>
            <a:ext cx="2813693" cy="306948"/>
            <a:chOff x="0" y="0"/>
            <a:chExt cx="3492500" cy="381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925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92500">
                  <a:moveTo>
                    <a:pt x="0" y="0"/>
                  </a:moveTo>
                  <a:lnTo>
                    <a:pt x="3492500" y="0"/>
                  </a:lnTo>
                  <a:lnTo>
                    <a:pt x="3492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3492500" cy="43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Desenvolvimento de Sistemas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02594" y="6682388"/>
            <a:ext cx="2607469" cy="238125"/>
            <a:chOff x="0" y="0"/>
            <a:chExt cx="3476625" cy="3175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6626" cy="317500"/>
            </a:xfrm>
            <a:custGeom>
              <a:avLst/>
              <a:gdLst/>
              <a:ahLst/>
              <a:cxnLst/>
              <a:rect r="r" b="b" t="t" l="l"/>
              <a:pathLst>
                <a:path h="317500" w="3476626">
                  <a:moveTo>
                    <a:pt x="0" y="0"/>
                  </a:moveTo>
                  <a:lnTo>
                    <a:pt x="3476626" y="0"/>
                  </a:lnTo>
                  <a:lnTo>
                    <a:pt x="3476626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3361" r="0" b="-16336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3476625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Programação e banco de dados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734616" y="7735491"/>
            <a:ext cx="8055769" cy="697706"/>
          </a:xfrm>
          <a:custGeom>
            <a:avLst/>
            <a:gdLst/>
            <a:ahLst/>
            <a:cxnLst/>
            <a:rect r="r" b="b" t="t" l="l"/>
            <a:pathLst>
              <a:path h="697706" w="8055769">
                <a:moveTo>
                  <a:pt x="0" y="0"/>
                </a:moveTo>
                <a:lnTo>
                  <a:pt x="8055768" y="0"/>
                </a:lnTo>
                <a:lnTo>
                  <a:pt x="8055768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2699556" y="7989094"/>
            <a:ext cx="142875" cy="190500"/>
            <a:chOff x="0" y="0"/>
            <a:chExt cx="190500" cy="254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0500" cy="255460"/>
            </a:xfrm>
            <a:custGeom>
              <a:avLst/>
              <a:gdLst/>
              <a:ahLst/>
              <a:cxnLst/>
              <a:rect r="r" b="b" t="t" l="l"/>
              <a:pathLst>
                <a:path h="255460" w="190500">
                  <a:moveTo>
                    <a:pt x="0" y="93599"/>
                  </a:moveTo>
                  <a:cubicBezTo>
                    <a:pt x="0" y="41910"/>
                    <a:pt x="42672" y="0"/>
                    <a:pt x="95250" y="0"/>
                  </a:cubicBezTo>
                  <a:cubicBezTo>
                    <a:pt x="147828" y="0"/>
                    <a:pt x="190500" y="41910"/>
                    <a:pt x="190500" y="93599"/>
                  </a:cubicBezTo>
                  <a:cubicBezTo>
                    <a:pt x="190500" y="152781"/>
                    <a:pt x="130810" y="223774"/>
                    <a:pt x="105918" y="250698"/>
                  </a:cubicBezTo>
                  <a:cubicBezTo>
                    <a:pt x="100076" y="257048"/>
                    <a:pt x="90297" y="257048"/>
                    <a:pt x="84455" y="250698"/>
                  </a:cubicBezTo>
                  <a:cubicBezTo>
                    <a:pt x="59563" y="223647"/>
                    <a:pt x="0" y="152781"/>
                    <a:pt x="0" y="93599"/>
                  </a:cubicBezTo>
                  <a:close/>
                  <a:moveTo>
                    <a:pt x="95250" y="127000"/>
                  </a:moveTo>
                  <a:cubicBezTo>
                    <a:pt x="112776" y="127000"/>
                    <a:pt x="127000" y="112776"/>
                    <a:pt x="127000" y="95250"/>
                  </a:cubicBezTo>
                  <a:cubicBezTo>
                    <a:pt x="127000" y="77724"/>
                    <a:pt x="112776" y="63500"/>
                    <a:pt x="95250" y="63500"/>
                  </a:cubicBezTo>
                  <a:cubicBezTo>
                    <a:pt x="77724" y="63500"/>
                    <a:pt x="63500" y="77724"/>
                    <a:pt x="63500" y="95250"/>
                  </a:cubicBezTo>
                  <a:cubicBezTo>
                    <a:pt x="63500" y="112776"/>
                    <a:pt x="77724" y="127000"/>
                    <a:pt x="95250" y="127000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19150" y="7929562"/>
            <a:ext cx="7441406" cy="295961"/>
            <a:chOff x="0" y="0"/>
            <a:chExt cx="9921875" cy="39461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21876" cy="394615"/>
            </a:xfrm>
            <a:custGeom>
              <a:avLst/>
              <a:gdLst/>
              <a:ahLst/>
              <a:cxnLst/>
              <a:rect r="r" b="b" t="t" l="l"/>
              <a:pathLst>
                <a:path h="394615" w="9921876">
                  <a:moveTo>
                    <a:pt x="0" y="0"/>
                  </a:moveTo>
                  <a:lnTo>
                    <a:pt x="9921876" y="0"/>
                  </a:lnTo>
                  <a:lnTo>
                    <a:pt x="9921876" y="394615"/>
                  </a:lnTo>
                  <a:lnTo>
                    <a:pt x="0" y="394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1641" r="0" b="-43819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9921875" cy="470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7"/>
                </a:lnSpc>
              </a:pPr>
              <a:r>
                <a:rPr lang="en-US" b="true" sz="1799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Ambiente:</a:t>
              </a:r>
              <a:r>
                <a:rPr lang="en-US" sz="1799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Bibliotede da ETEC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9303544" y="1707356"/>
            <a:ext cx="8586788" cy="6991350"/>
          </a:xfrm>
          <a:custGeom>
            <a:avLst/>
            <a:gdLst/>
            <a:ahLst/>
            <a:cxnLst/>
            <a:rect r="r" b="b" t="t" l="l"/>
            <a:pathLst>
              <a:path h="6991350" w="8586788">
                <a:moveTo>
                  <a:pt x="0" y="0"/>
                </a:moveTo>
                <a:lnTo>
                  <a:pt x="8586787" y="0"/>
                </a:lnTo>
                <a:lnTo>
                  <a:pt x="8586787" y="6991350"/>
                </a:lnTo>
                <a:lnTo>
                  <a:pt x="0" y="69913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9536906" y="20240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9896180" y="1957388"/>
            <a:ext cx="7834312" cy="381000"/>
            <a:chOff x="0" y="0"/>
            <a:chExt cx="10445750" cy="508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445750" cy="508000"/>
            </a:xfrm>
            <a:custGeom>
              <a:avLst/>
              <a:gdLst/>
              <a:ahLst/>
              <a:cxnLst/>
              <a:rect r="r" b="b" t="t" l="l"/>
              <a:pathLst>
                <a:path h="508000" w="10445750">
                  <a:moveTo>
                    <a:pt x="0" y="0"/>
                  </a:moveTo>
                  <a:lnTo>
                    <a:pt x="10445750" y="0"/>
                  </a:lnTo>
                  <a:lnTo>
                    <a:pt x="1044575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0661" r="0" b="-35066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0445750" cy="53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b="true" sz="22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Benefícios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525000" y="2547938"/>
            <a:ext cx="8024812" cy="1666875"/>
            <a:chOff x="0" y="0"/>
            <a:chExt cx="10699750" cy="22225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69975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0699750">
                  <a:moveTo>
                    <a:pt x="63500" y="0"/>
                  </a:moveTo>
                  <a:lnTo>
                    <a:pt x="10509250" y="0"/>
                  </a:lnTo>
                  <a:cubicBezTo>
                    <a:pt x="10614406" y="0"/>
                    <a:pt x="10699750" y="85344"/>
                    <a:pt x="10699750" y="190500"/>
                  </a:cubicBezTo>
                  <a:lnTo>
                    <a:pt x="10699750" y="2032000"/>
                  </a:lnTo>
                  <a:cubicBezTo>
                    <a:pt x="10699750" y="2137156"/>
                    <a:pt x="10614406" y="2222500"/>
                    <a:pt x="10509250" y="2222500"/>
                  </a:cubicBezTo>
                  <a:lnTo>
                    <a:pt x="63500" y="2222500"/>
                  </a:lnTo>
                  <a:cubicBezTo>
                    <a:pt x="28448" y="2222500"/>
                    <a:pt x="0" y="2194052"/>
                    <a:pt x="0" y="21590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525000" y="2547938"/>
            <a:ext cx="47625" cy="1666875"/>
            <a:chOff x="0" y="0"/>
            <a:chExt cx="63500" cy="22225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35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3500">
                  <a:moveTo>
                    <a:pt x="63500" y="0"/>
                  </a:moveTo>
                  <a:lnTo>
                    <a:pt x="63500" y="2222500"/>
                  </a:lnTo>
                  <a:cubicBezTo>
                    <a:pt x="28448" y="2222500"/>
                    <a:pt x="0" y="2194052"/>
                    <a:pt x="0" y="215900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739312" y="2738438"/>
            <a:ext cx="476250" cy="476250"/>
            <a:chOff x="0" y="0"/>
            <a:chExt cx="635000" cy="635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9913439" y="2869406"/>
            <a:ext cx="133950" cy="214312"/>
          </a:xfrm>
          <a:custGeom>
            <a:avLst/>
            <a:gdLst/>
            <a:ahLst/>
            <a:cxnLst/>
            <a:rect r="r" b="b" t="t" l="l"/>
            <a:pathLst>
              <a:path h="214312" w="133950">
                <a:moveTo>
                  <a:pt x="0" y="0"/>
                </a:moveTo>
                <a:lnTo>
                  <a:pt x="133950" y="0"/>
                </a:lnTo>
                <a:lnTo>
                  <a:pt x="133950" y="214313"/>
                </a:lnTo>
                <a:lnTo>
                  <a:pt x="0" y="2143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0358438" y="2793519"/>
            <a:ext cx="2023446" cy="349731"/>
            <a:chOff x="0" y="0"/>
            <a:chExt cx="2571750" cy="4445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71750" cy="444500"/>
            </a:xfrm>
            <a:custGeom>
              <a:avLst/>
              <a:gdLst/>
              <a:ahLst/>
              <a:cxnLst/>
              <a:rect r="r" b="b" t="t" l="l"/>
              <a:pathLst>
                <a:path h="4445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734" r="0" b="-6273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2571750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b="true" sz="168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Redução de Custos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739312" y="3309938"/>
            <a:ext cx="7715250" cy="333375"/>
            <a:chOff x="0" y="0"/>
            <a:chExt cx="10287000" cy="4445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87000" cy="444500"/>
            </a:xfrm>
            <a:custGeom>
              <a:avLst/>
              <a:gdLst/>
              <a:ahLst/>
              <a:cxnLst/>
              <a:rect r="r" b="b" t="t" l="l"/>
              <a:pathLst>
                <a:path h="4445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0939" r="0" b="-40093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85725"/>
              <a:ext cx="10287000" cy="530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Economia significativa em hardware e manutenção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39312" y="3732981"/>
            <a:ext cx="1630848" cy="296912"/>
            <a:chOff x="0" y="0"/>
            <a:chExt cx="2092717" cy="381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92717" cy="381000"/>
            </a:xfrm>
            <a:custGeom>
              <a:avLst/>
              <a:gdLst/>
              <a:ahLst/>
              <a:cxnLst/>
              <a:rect r="r" b="b" t="t" l="l"/>
              <a:pathLst>
                <a:path h="381000" w="2092717">
                  <a:moveTo>
                    <a:pt x="196192" y="0"/>
                  </a:moveTo>
                  <a:lnTo>
                    <a:pt x="1896525" y="0"/>
                  </a:lnTo>
                  <a:cubicBezTo>
                    <a:pt x="2004823" y="0"/>
                    <a:pt x="2092717" y="85344"/>
                    <a:pt x="2092717" y="190500"/>
                  </a:cubicBezTo>
                  <a:cubicBezTo>
                    <a:pt x="2092717" y="295656"/>
                    <a:pt x="2004823" y="381000"/>
                    <a:pt x="1896525" y="381000"/>
                  </a:cubicBezTo>
                  <a:lnTo>
                    <a:pt x="196192" y="381000"/>
                  </a:lnTo>
                  <a:cubicBezTo>
                    <a:pt x="87894" y="381000"/>
                    <a:pt x="0" y="295656"/>
                    <a:pt x="0" y="190500"/>
                  </a:cubicBezTo>
                  <a:cubicBezTo>
                    <a:pt x="0" y="85344"/>
                    <a:pt x="87894" y="0"/>
                    <a:pt x="196192" y="0"/>
                  </a:cubicBezTo>
                  <a:close/>
                </a:path>
              </a:pathLst>
            </a:custGeom>
            <a:solidFill>
              <a:srgbClr val="7CB342">
                <a:alpha val="784"/>
              </a:srgbClr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851840" y="3738562"/>
            <a:ext cx="1405794" cy="251784"/>
            <a:chOff x="0" y="0"/>
            <a:chExt cx="2127250" cy="3810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27250" cy="381000"/>
            </a:xfrm>
            <a:custGeom>
              <a:avLst/>
              <a:gdLst/>
              <a:ahLst/>
              <a:cxnLst/>
              <a:rect r="r" b="b" t="t" l="l"/>
              <a:pathLst>
                <a:path h="381000" w="2127250">
                  <a:moveTo>
                    <a:pt x="0" y="0"/>
                  </a:moveTo>
                  <a:lnTo>
                    <a:pt x="2127250" y="0"/>
                  </a:lnTo>
                  <a:lnTo>
                    <a:pt x="2127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2127250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Menos equipamentos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669854" y="3738562"/>
            <a:ext cx="1861837" cy="294443"/>
            <a:chOff x="0" y="0"/>
            <a:chExt cx="2409157" cy="3810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09157" cy="381000"/>
            </a:xfrm>
            <a:custGeom>
              <a:avLst/>
              <a:gdLst/>
              <a:ahLst/>
              <a:cxnLst/>
              <a:rect r="r" b="b" t="t" l="l"/>
              <a:pathLst>
                <a:path h="381000" w="2409157">
                  <a:moveTo>
                    <a:pt x="203591" y="0"/>
                  </a:moveTo>
                  <a:lnTo>
                    <a:pt x="2205567" y="0"/>
                  </a:lnTo>
                  <a:cubicBezTo>
                    <a:pt x="2317949" y="0"/>
                    <a:pt x="2409157" y="85344"/>
                    <a:pt x="2409157" y="190500"/>
                  </a:cubicBezTo>
                  <a:cubicBezTo>
                    <a:pt x="2409157" y="295656"/>
                    <a:pt x="2317949" y="381000"/>
                    <a:pt x="2205567" y="381000"/>
                  </a:cubicBezTo>
                  <a:lnTo>
                    <a:pt x="203591" y="381000"/>
                  </a:lnTo>
                  <a:cubicBezTo>
                    <a:pt x="91209" y="381000"/>
                    <a:pt x="0" y="295656"/>
                    <a:pt x="0" y="190500"/>
                  </a:cubicBezTo>
                  <a:cubicBezTo>
                    <a:pt x="0" y="85344"/>
                    <a:pt x="91209" y="0"/>
                    <a:pt x="203591" y="0"/>
                  </a:cubicBezTo>
                  <a:close/>
                </a:path>
              </a:pathLst>
            </a:custGeom>
            <a:solidFill>
              <a:srgbClr val="7CB342">
                <a:alpha val="784"/>
              </a:srgbClr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808619" y="3732981"/>
            <a:ext cx="1762125" cy="285750"/>
            <a:chOff x="0" y="0"/>
            <a:chExt cx="2349500" cy="381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349500" cy="381000"/>
            </a:xfrm>
            <a:custGeom>
              <a:avLst/>
              <a:gdLst/>
              <a:ahLst/>
              <a:cxnLst/>
              <a:rect r="r" b="b" t="t" l="l"/>
              <a:pathLst>
                <a:path h="381000" w="2349500">
                  <a:moveTo>
                    <a:pt x="0" y="0"/>
                  </a:moveTo>
                  <a:lnTo>
                    <a:pt x="2349500" y="0"/>
                  </a:lnTo>
                  <a:lnTo>
                    <a:pt x="2349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2349500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7CB34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Menor consumo energia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525000" y="4357688"/>
            <a:ext cx="8024812" cy="1262062"/>
            <a:chOff x="0" y="0"/>
            <a:chExt cx="10699750" cy="168275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699750" cy="1682750"/>
            </a:xfrm>
            <a:custGeom>
              <a:avLst/>
              <a:gdLst/>
              <a:ahLst/>
              <a:cxnLst/>
              <a:rect r="r" b="b" t="t" l="l"/>
              <a:pathLst>
                <a:path h="1682750" w="10699750">
                  <a:moveTo>
                    <a:pt x="63500" y="0"/>
                  </a:moveTo>
                  <a:lnTo>
                    <a:pt x="10509250" y="0"/>
                  </a:lnTo>
                  <a:cubicBezTo>
                    <a:pt x="10614406" y="0"/>
                    <a:pt x="10699750" y="85344"/>
                    <a:pt x="10699750" y="190500"/>
                  </a:cubicBezTo>
                  <a:lnTo>
                    <a:pt x="10699750" y="1492250"/>
                  </a:lnTo>
                  <a:cubicBezTo>
                    <a:pt x="10699750" y="1597406"/>
                    <a:pt x="10614406" y="1682750"/>
                    <a:pt x="10509250" y="1682750"/>
                  </a:cubicBezTo>
                  <a:lnTo>
                    <a:pt x="63500" y="1682750"/>
                  </a:lnTo>
                  <a:cubicBezTo>
                    <a:pt x="28448" y="1682750"/>
                    <a:pt x="0" y="1654302"/>
                    <a:pt x="0" y="161925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25000" y="4357688"/>
            <a:ext cx="47625" cy="1262062"/>
            <a:chOff x="0" y="0"/>
            <a:chExt cx="63500" cy="168275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3500" cy="1682750"/>
            </a:xfrm>
            <a:custGeom>
              <a:avLst/>
              <a:gdLst/>
              <a:ahLst/>
              <a:cxnLst/>
              <a:rect r="r" b="b" t="t" l="l"/>
              <a:pathLst>
                <a:path h="1682750" w="63500">
                  <a:moveTo>
                    <a:pt x="63500" y="0"/>
                  </a:moveTo>
                  <a:lnTo>
                    <a:pt x="63500" y="1682750"/>
                  </a:lnTo>
                  <a:cubicBezTo>
                    <a:pt x="28448" y="1682750"/>
                    <a:pt x="0" y="1654302"/>
                    <a:pt x="0" y="161925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739312" y="4548188"/>
            <a:ext cx="476250" cy="476250"/>
            <a:chOff x="0" y="0"/>
            <a:chExt cx="635000" cy="6350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00A8E8">
                <a:alpha val="3922"/>
              </a:srgbClr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873263" y="4679156"/>
            <a:ext cx="214312" cy="214312"/>
            <a:chOff x="0" y="0"/>
            <a:chExt cx="285750" cy="28575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9016" y="0"/>
              <a:ext cx="267846" cy="284131"/>
            </a:xfrm>
            <a:custGeom>
              <a:avLst/>
              <a:gdLst/>
              <a:ahLst/>
              <a:cxnLst/>
              <a:rect r="r" b="b" t="t" l="l"/>
              <a:pathLst>
                <a:path h="284131" w="267846">
                  <a:moveTo>
                    <a:pt x="133859" y="0"/>
                  </a:moveTo>
                  <a:cubicBezTo>
                    <a:pt x="136399" y="0"/>
                    <a:pt x="138939" y="508"/>
                    <a:pt x="141352" y="1651"/>
                  </a:cubicBezTo>
                  <a:lnTo>
                    <a:pt x="246508" y="46228"/>
                  </a:lnTo>
                  <a:cubicBezTo>
                    <a:pt x="258827" y="51435"/>
                    <a:pt x="267971" y="63500"/>
                    <a:pt x="267844" y="78105"/>
                  </a:cubicBezTo>
                  <a:cubicBezTo>
                    <a:pt x="267590" y="133477"/>
                    <a:pt x="244857" y="234823"/>
                    <a:pt x="148591" y="280797"/>
                  </a:cubicBezTo>
                  <a:cubicBezTo>
                    <a:pt x="139320" y="285242"/>
                    <a:pt x="128398" y="285242"/>
                    <a:pt x="119127" y="280797"/>
                  </a:cubicBezTo>
                  <a:cubicBezTo>
                    <a:pt x="22988" y="234823"/>
                    <a:pt x="255" y="133477"/>
                    <a:pt x="1" y="78105"/>
                  </a:cubicBezTo>
                  <a:cubicBezTo>
                    <a:pt x="-126" y="63500"/>
                    <a:pt x="9018" y="51435"/>
                    <a:pt x="21337" y="46228"/>
                  </a:cubicBezTo>
                  <a:lnTo>
                    <a:pt x="126493" y="1651"/>
                  </a:lnTo>
                  <a:cubicBezTo>
                    <a:pt x="128779" y="635"/>
                    <a:pt x="131319" y="0"/>
                    <a:pt x="133859" y="0"/>
                  </a:cubicBezTo>
                  <a:close/>
                  <a:moveTo>
                    <a:pt x="133859" y="37338"/>
                  </a:moveTo>
                  <a:lnTo>
                    <a:pt x="133859" y="248285"/>
                  </a:lnTo>
                  <a:cubicBezTo>
                    <a:pt x="210821" y="210947"/>
                    <a:pt x="231522" y="128397"/>
                    <a:pt x="232030" y="78994"/>
                  </a:cubicBezTo>
                  <a:lnTo>
                    <a:pt x="133859" y="37338"/>
                  </a:ln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358438" y="4592091"/>
            <a:ext cx="1894770" cy="360909"/>
            <a:chOff x="0" y="0"/>
            <a:chExt cx="2333625" cy="4445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33626" cy="444500"/>
            </a:xfrm>
            <a:custGeom>
              <a:avLst/>
              <a:gdLst/>
              <a:ahLst/>
              <a:cxnLst/>
              <a:rect r="r" b="b" t="t" l="l"/>
              <a:pathLst>
                <a:path h="444500" w="2333626">
                  <a:moveTo>
                    <a:pt x="0" y="0"/>
                  </a:moveTo>
                  <a:lnTo>
                    <a:pt x="2333626" y="0"/>
                  </a:lnTo>
                  <a:lnTo>
                    <a:pt x="233362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2333625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b="true" sz="168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Ambiente Seguro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739312" y="5119688"/>
            <a:ext cx="7715250" cy="309562"/>
            <a:chOff x="0" y="0"/>
            <a:chExt cx="10287000" cy="41275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287000" cy="412750"/>
            </a:xfrm>
            <a:custGeom>
              <a:avLst/>
              <a:gdLst/>
              <a:ahLst/>
              <a:cxnLst/>
              <a:rect r="r" b="b" t="t" l="l"/>
              <a:pathLst>
                <a:path h="41275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12750"/>
                  </a:lnTo>
                  <a:lnTo>
                    <a:pt x="0" y="412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627" r="0" b="-43562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85725"/>
              <a:ext cx="10287000" cy="49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Centralização e proteção dos dados e isolamento de VMs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525000" y="5762625"/>
            <a:ext cx="8024812" cy="1262062"/>
            <a:chOff x="0" y="0"/>
            <a:chExt cx="10699750" cy="16827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699750" cy="1682750"/>
            </a:xfrm>
            <a:custGeom>
              <a:avLst/>
              <a:gdLst/>
              <a:ahLst/>
              <a:cxnLst/>
              <a:rect r="r" b="b" t="t" l="l"/>
              <a:pathLst>
                <a:path h="1682750" w="10699750">
                  <a:moveTo>
                    <a:pt x="63500" y="0"/>
                  </a:moveTo>
                  <a:lnTo>
                    <a:pt x="10509250" y="0"/>
                  </a:lnTo>
                  <a:cubicBezTo>
                    <a:pt x="10614406" y="0"/>
                    <a:pt x="10699750" y="85344"/>
                    <a:pt x="10699750" y="190500"/>
                  </a:cubicBezTo>
                  <a:lnTo>
                    <a:pt x="10699750" y="1492250"/>
                  </a:lnTo>
                  <a:cubicBezTo>
                    <a:pt x="10699750" y="1597406"/>
                    <a:pt x="10614406" y="1682750"/>
                    <a:pt x="10509250" y="1682750"/>
                  </a:cubicBezTo>
                  <a:lnTo>
                    <a:pt x="63500" y="1682750"/>
                  </a:lnTo>
                  <a:cubicBezTo>
                    <a:pt x="28448" y="1682750"/>
                    <a:pt x="0" y="1654302"/>
                    <a:pt x="0" y="161925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525000" y="5762625"/>
            <a:ext cx="47625" cy="1262062"/>
            <a:chOff x="0" y="0"/>
            <a:chExt cx="63500" cy="168275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3500" cy="1682750"/>
            </a:xfrm>
            <a:custGeom>
              <a:avLst/>
              <a:gdLst/>
              <a:ahLst/>
              <a:cxnLst/>
              <a:rect r="r" b="b" t="t" l="l"/>
              <a:pathLst>
                <a:path h="1682750" w="63500">
                  <a:moveTo>
                    <a:pt x="63500" y="0"/>
                  </a:moveTo>
                  <a:lnTo>
                    <a:pt x="63500" y="1682750"/>
                  </a:lnTo>
                  <a:cubicBezTo>
                    <a:pt x="28448" y="1682750"/>
                    <a:pt x="0" y="1654302"/>
                    <a:pt x="0" y="161925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01579B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739312" y="5953125"/>
            <a:ext cx="476250" cy="476250"/>
            <a:chOff x="0" y="0"/>
            <a:chExt cx="635000" cy="6350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01579B">
                <a:alpha val="3922"/>
              </a:srgbClr>
            </a:solidFill>
          </p:spPr>
        </p:sp>
      </p:grpSp>
      <p:sp>
        <p:nvSpPr>
          <p:cNvPr name="Freeform 119" id="119"/>
          <p:cNvSpPr/>
          <p:nvPr/>
        </p:nvSpPr>
        <p:spPr>
          <a:xfrm flipH="false" flipV="false" rot="0">
            <a:off x="9859861" y="6084094"/>
            <a:ext cx="241097" cy="214312"/>
          </a:xfrm>
          <a:custGeom>
            <a:avLst/>
            <a:gdLst/>
            <a:ahLst/>
            <a:cxnLst/>
            <a:rect r="r" b="b" t="t" l="l"/>
            <a:pathLst>
              <a:path h="214312" w="241097">
                <a:moveTo>
                  <a:pt x="0" y="0"/>
                </a:moveTo>
                <a:lnTo>
                  <a:pt x="241097" y="0"/>
                </a:lnTo>
                <a:lnTo>
                  <a:pt x="241097" y="214312"/>
                </a:lnTo>
                <a:lnTo>
                  <a:pt x="0" y="21431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10358438" y="5991556"/>
            <a:ext cx="2760945" cy="366381"/>
            <a:chOff x="0" y="0"/>
            <a:chExt cx="3349625" cy="4445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349626" cy="444500"/>
            </a:xfrm>
            <a:custGeom>
              <a:avLst/>
              <a:gdLst/>
              <a:ahLst/>
              <a:cxnLst/>
              <a:rect r="r" b="b" t="t" l="l"/>
              <a:pathLst>
                <a:path h="444500" w="3349626">
                  <a:moveTo>
                    <a:pt x="0" y="0"/>
                  </a:moveTo>
                  <a:lnTo>
                    <a:pt x="3349626" y="0"/>
                  </a:lnTo>
                  <a:lnTo>
                    <a:pt x="334962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833" r="0" b="-96833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57150"/>
              <a:ext cx="3349625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b="true" sz="168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Manutenção Simplificada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739312" y="6524625"/>
            <a:ext cx="7715250" cy="309562"/>
            <a:chOff x="0" y="0"/>
            <a:chExt cx="10287000" cy="41275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287000" cy="412750"/>
            </a:xfrm>
            <a:custGeom>
              <a:avLst/>
              <a:gdLst/>
              <a:ahLst/>
              <a:cxnLst/>
              <a:rect r="r" b="b" t="t" l="l"/>
              <a:pathLst>
                <a:path h="41275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12750"/>
                  </a:lnTo>
                  <a:lnTo>
                    <a:pt x="0" y="412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627" r="0" b="-43562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85725"/>
              <a:ext cx="10287000" cy="49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Gestão centralizada facilita atualizações e resolução de problemas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525000" y="7167562"/>
            <a:ext cx="8024812" cy="1262062"/>
            <a:chOff x="0" y="0"/>
            <a:chExt cx="10699750" cy="168275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699750" cy="1682750"/>
            </a:xfrm>
            <a:custGeom>
              <a:avLst/>
              <a:gdLst/>
              <a:ahLst/>
              <a:cxnLst/>
              <a:rect r="r" b="b" t="t" l="l"/>
              <a:pathLst>
                <a:path h="1682750" w="10699750">
                  <a:moveTo>
                    <a:pt x="63500" y="0"/>
                  </a:moveTo>
                  <a:lnTo>
                    <a:pt x="10509250" y="0"/>
                  </a:lnTo>
                  <a:cubicBezTo>
                    <a:pt x="10614406" y="0"/>
                    <a:pt x="10699750" y="85344"/>
                    <a:pt x="10699750" y="190500"/>
                  </a:cubicBezTo>
                  <a:lnTo>
                    <a:pt x="10699750" y="1492250"/>
                  </a:lnTo>
                  <a:cubicBezTo>
                    <a:pt x="10699750" y="1597406"/>
                    <a:pt x="10614406" y="1682750"/>
                    <a:pt x="10509250" y="1682750"/>
                  </a:cubicBezTo>
                  <a:lnTo>
                    <a:pt x="63500" y="1682750"/>
                  </a:lnTo>
                  <a:cubicBezTo>
                    <a:pt x="28448" y="1682750"/>
                    <a:pt x="0" y="1654302"/>
                    <a:pt x="0" y="161925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525000" y="7167562"/>
            <a:ext cx="47625" cy="1262062"/>
            <a:chOff x="0" y="0"/>
            <a:chExt cx="63500" cy="168275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3500" cy="1682750"/>
            </a:xfrm>
            <a:custGeom>
              <a:avLst/>
              <a:gdLst/>
              <a:ahLst/>
              <a:cxnLst/>
              <a:rect r="r" b="b" t="t" l="l"/>
              <a:pathLst>
                <a:path h="1682750" w="63500">
                  <a:moveTo>
                    <a:pt x="63500" y="0"/>
                  </a:moveTo>
                  <a:lnTo>
                    <a:pt x="63500" y="1682750"/>
                  </a:lnTo>
                  <a:cubicBezTo>
                    <a:pt x="28448" y="1682750"/>
                    <a:pt x="0" y="1654302"/>
                    <a:pt x="0" y="1619250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739312" y="7358062"/>
            <a:ext cx="476250" cy="476250"/>
            <a:chOff x="0" y="0"/>
            <a:chExt cx="635000" cy="6350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sp>
        <p:nvSpPr>
          <p:cNvPr name="Freeform 132" id="132"/>
          <p:cNvSpPr/>
          <p:nvPr/>
        </p:nvSpPr>
        <p:spPr>
          <a:xfrm flipH="false" flipV="false" rot="0">
            <a:off x="9886655" y="7489031"/>
            <a:ext cx="187528" cy="214312"/>
          </a:xfrm>
          <a:custGeom>
            <a:avLst/>
            <a:gdLst/>
            <a:ahLst/>
            <a:cxnLst/>
            <a:rect r="r" b="b" t="t" l="l"/>
            <a:pathLst>
              <a:path h="214312" w="187528">
                <a:moveTo>
                  <a:pt x="0" y="0"/>
                </a:moveTo>
                <a:lnTo>
                  <a:pt x="187528" y="0"/>
                </a:lnTo>
                <a:lnTo>
                  <a:pt x="187528" y="214313"/>
                </a:lnTo>
                <a:lnTo>
                  <a:pt x="0" y="21431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0358438" y="7358062"/>
            <a:ext cx="1575877" cy="404812"/>
            <a:chOff x="0" y="0"/>
            <a:chExt cx="1730375" cy="4445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730376" cy="444500"/>
            </a:xfrm>
            <a:custGeom>
              <a:avLst/>
              <a:gdLst/>
              <a:ahLst/>
              <a:cxnLst/>
              <a:rect r="r" b="b" t="t" l="l"/>
              <a:pathLst>
                <a:path h="444500" w="1730376">
                  <a:moveTo>
                    <a:pt x="0" y="0"/>
                  </a:moveTo>
                  <a:lnTo>
                    <a:pt x="1730376" y="0"/>
                  </a:lnTo>
                  <a:lnTo>
                    <a:pt x="17303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52" r="0" b="-25852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57150"/>
              <a:ext cx="1730375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2"/>
                </a:lnSpc>
              </a:pPr>
              <a:r>
                <a:rPr lang="en-US" b="true" sz="1687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Flexibilidade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739312" y="7929562"/>
            <a:ext cx="7715250" cy="309562"/>
            <a:chOff x="0" y="0"/>
            <a:chExt cx="10287000" cy="41275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287000" cy="412750"/>
            </a:xfrm>
            <a:custGeom>
              <a:avLst/>
              <a:gdLst/>
              <a:ahLst/>
              <a:cxnLst/>
              <a:rect r="r" b="b" t="t" l="l"/>
              <a:pathLst>
                <a:path h="41275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412750"/>
                  </a:lnTo>
                  <a:lnTo>
                    <a:pt x="0" y="412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627" r="0" b="-43562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85725"/>
              <a:ext cx="10287000" cy="49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Fácil implementação de novas tecnologias e expansão futura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8311982" y="9189244"/>
            <a:ext cx="11906" cy="571500"/>
            <a:chOff x="0" y="0"/>
            <a:chExt cx="15875" cy="7620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5875" cy="762000"/>
            </a:xfrm>
            <a:custGeom>
              <a:avLst/>
              <a:gdLst/>
              <a:ahLst/>
              <a:cxnLst/>
              <a:rect r="r" b="b" t="t" l="l"/>
              <a:pathLst>
                <a:path h="762000" w="15875">
                  <a:moveTo>
                    <a:pt x="0" y="0"/>
                  </a:moveTo>
                  <a:lnTo>
                    <a:pt x="15875" y="0"/>
                  </a:lnTo>
                  <a:lnTo>
                    <a:pt x="1587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909C">
                <a:alpha val="9020"/>
              </a:srgbClr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6907087" y="9627251"/>
            <a:ext cx="2158332" cy="285750"/>
            <a:chOff x="0" y="0"/>
            <a:chExt cx="2877776" cy="3810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877776" cy="381000"/>
            </a:xfrm>
            <a:custGeom>
              <a:avLst/>
              <a:gdLst/>
              <a:ahLst/>
              <a:cxnLst/>
              <a:rect r="r" b="b" t="t" l="l"/>
              <a:pathLst>
                <a:path h="381000" w="2877776">
                  <a:moveTo>
                    <a:pt x="0" y="0"/>
                  </a:moveTo>
                  <a:lnTo>
                    <a:pt x="2877776" y="0"/>
                  </a:lnTo>
                  <a:lnTo>
                    <a:pt x="287777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1" r="17253" b="-71781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66675"/>
              <a:ext cx="2877776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1"/>
                </a:lnSpc>
              </a:pPr>
              <a:r>
                <a:rPr lang="en-US" b="true" sz="169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Storage por máquina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6964247" y="9070181"/>
            <a:ext cx="1905000" cy="557070"/>
            <a:chOff x="0" y="0"/>
            <a:chExt cx="2540000" cy="74276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540000" cy="742760"/>
            </a:xfrm>
            <a:custGeom>
              <a:avLst/>
              <a:gdLst/>
              <a:ahLst/>
              <a:cxnLst/>
              <a:rect r="r" b="b" t="t" l="l"/>
              <a:pathLst>
                <a:path h="74276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42760"/>
                  </a:lnTo>
                  <a:lnTo>
                    <a:pt x="0" y="742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86" r="0" b="-9378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28575"/>
              <a:ext cx="2540000" cy="714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5"/>
                </a:lnSpc>
              </a:pPr>
              <a:r>
                <a:rPr lang="en-US" sz="3375" b="true">
                  <a:solidFill>
                    <a:srgbClr val="00A8E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~20GB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9110010" y="9189244"/>
            <a:ext cx="11906" cy="571500"/>
            <a:chOff x="0" y="0"/>
            <a:chExt cx="15875" cy="7620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5875" cy="762000"/>
            </a:xfrm>
            <a:custGeom>
              <a:avLst/>
              <a:gdLst/>
              <a:ahLst/>
              <a:cxnLst/>
              <a:rect r="r" b="b" t="t" l="l"/>
              <a:pathLst>
                <a:path h="762000" w="15875">
                  <a:moveTo>
                    <a:pt x="0" y="0"/>
                  </a:moveTo>
                  <a:lnTo>
                    <a:pt x="15875" y="0"/>
                  </a:lnTo>
                  <a:lnTo>
                    <a:pt x="1587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909C">
                <a:alpha val="9020"/>
              </a:srgbClr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395760" y="9070181"/>
            <a:ext cx="2333625" cy="557070"/>
            <a:chOff x="0" y="0"/>
            <a:chExt cx="3111500" cy="74276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111500" cy="742760"/>
            </a:xfrm>
            <a:custGeom>
              <a:avLst/>
              <a:gdLst/>
              <a:ahLst/>
              <a:cxnLst/>
              <a:rect r="r" b="b" t="t" l="l"/>
              <a:pathLst>
                <a:path h="742760" w="3111500">
                  <a:moveTo>
                    <a:pt x="0" y="0"/>
                  </a:moveTo>
                  <a:lnTo>
                    <a:pt x="3111500" y="0"/>
                  </a:lnTo>
                  <a:lnTo>
                    <a:pt x="3111500" y="742760"/>
                  </a:lnTo>
                  <a:lnTo>
                    <a:pt x="0" y="742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878" r="0" b="-2437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28575"/>
              <a:ext cx="3111500" cy="714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5"/>
                </a:lnSpc>
              </a:pPr>
              <a:r>
                <a:rPr lang="en-US" sz="3375" b="true">
                  <a:solidFill>
                    <a:srgbClr val="01579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5VMs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455291" y="9594056"/>
            <a:ext cx="2214562" cy="285750"/>
            <a:chOff x="0" y="0"/>
            <a:chExt cx="2952750" cy="3810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952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66675"/>
              <a:ext cx="29527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1"/>
                </a:lnSpc>
              </a:pPr>
              <a:r>
                <a:rPr lang="en-US" b="true" sz="169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Estações de trabalho</a:t>
              </a:r>
            </a:p>
          </p:txBody>
        </p:sp>
      </p:grpSp>
    </p:spTree>
  </p:cSld>
  <p:clrMapOvr>
    <a:masterClrMapping/>
  </p:clrMapOvr>
  <p:transition spd="med">
    <p:cover dir="rd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5017" y="-102928"/>
            <a:ext cx="18967178" cy="10492857"/>
            <a:chOff x="0" y="0"/>
            <a:chExt cx="2479342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793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93422">
                  <a:moveTo>
                    <a:pt x="0" y="0"/>
                  </a:moveTo>
                  <a:lnTo>
                    <a:pt x="24793422" y="0"/>
                  </a:lnTo>
                  <a:lnTo>
                    <a:pt x="24793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83" r="0" b="-14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3938" y="642118"/>
            <a:ext cx="691515" cy="691515"/>
            <a:chOff x="0" y="0"/>
            <a:chExt cx="922020" cy="922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197612" y="0"/>
                  </a:moveTo>
                  <a:lnTo>
                    <a:pt x="724408" y="0"/>
                  </a:lnTo>
                  <a:cubicBezTo>
                    <a:pt x="833501" y="0"/>
                    <a:pt x="922020" y="88519"/>
                    <a:pt x="922020" y="197612"/>
                  </a:cubicBezTo>
                  <a:lnTo>
                    <a:pt x="922020" y="724408"/>
                  </a:lnTo>
                  <a:cubicBezTo>
                    <a:pt x="922020" y="833501"/>
                    <a:pt x="833501" y="922020"/>
                    <a:pt x="724408" y="922020"/>
                  </a:cubicBezTo>
                  <a:lnTo>
                    <a:pt x="197612" y="922020"/>
                  </a:lnTo>
                  <a:cubicBezTo>
                    <a:pt x="88519" y="922020"/>
                    <a:pt x="0" y="833501"/>
                    <a:pt x="0" y="724408"/>
                  </a:cubicBezTo>
                  <a:lnTo>
                    <a:pt x="0" y="197612"/>
                  </a:lnTo>
                  <a:cubicBezTo>
                    <a:pt x="0" y="88519"/>
                    <a:pt x="88519" y="0"/>
                    <a:pt x="197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3020" y="401418"/>
            <a:ext cx="4581258" cy="745249"/>
            <a:chOff x="0" y="0"/>
            <a:chExt cx="5548554" cy="902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48554" cy="902600"/>
            </a:xfrm>
            <a:custGeom>
              <a:avLst/>
              <a:gdLst/>
              <a:ahLst/>
              <a:cxnLst/>
              <a:rect r="r" b="b" t="t" l="l"/>
              <a:pathLst>
                <a:path h="902600" w="5548554">
                  <a:moveTo>
                    <a:pt x="0" y="0"/>
                  </a:moveTo>
                  <a:lnTo>
                    <a:pt x="5548554" y="0"/>
                  </a:lnTo>
                  <a:lnTo>
                    <a:pt x="5548554" y="902600"/>
                  </a:lnTo>
                  <a:lnTo>
                    <a:pt x="0" y="90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7" r="0" b="-562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5548554" cy="854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1"/>
                </a:lnSpc>
              </a:pPr>
              <a:r>
                <a:rPr lang="en-US" b="true" sz="3501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Software usados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1547" y="1028700"/>
            <a:ext cx="4473473" cy="345756"/>
            <a:chOff x="0" y="0"/>
            <a:chExt cx="5964631" cy="4610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4627" cy="461006"/>
            </a:xfrm>
            <a:custGeom>
              <a:avLst/>
              <a:gdLst/>
              <a:ahLst/>
              <a:cxnLst/>
              <a:rect r="r" b="b" t="t" l="l"/>
              <a:pathLst>
                <a:path h="461006" w="5964627">
                  <a:moveTo>
                    <a:pt x="0" y="0"/>
                  </a:moveTo>
                  <a:lnTo>
                    <a:pt x="5964627" y="0"/>
                  </a:lnTo>
                  <a:lnTo>
                    <a:pt x="5964627" y="461006"/>
                  </a:lnTo>
                  <a:lnTo>
                    <a:pt x="0" y="4610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49" r="9183" b="-1789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964631" cy="50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9"/>
                </a:lnSpc>
              </a:pPr>
              <a:r>
                <a:rPr lang="en-US" sz="1944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 Que será utilizado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3020" y="1432417"/>
            <a:ext cx="1185443" cy="49397"/>
            <a:chOff x="0" y="0"/>
            <a:chExt cx="1580591" cy="658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0515" cy="65787"/>
            </a:xfrm>
            <a:custGeom>
              <a:avLst/>
              <a:gdLst/>
              <a:ahLst/>
              <a:cxnLst/>
              <a:rect r="r" b="b" t="t" l="l"/>
              <a:pathLst>
                <a:path h="65787" w="1580515">
                  <a:moveTo>
                    <a:pt x="32893" y="0"/>
                  </a:moveTo>
                  <a:lnTo>
                    <a:pt x="1547622" y="0"/>
                  </a:lnTo>
                  <a:cubicBezTo>
                    <a:pt x="1565783" y="0"/>
                    <a:pt x="1580515" y="14732"/>
                    <a:pt x="1580515" y="32893"/>
                  </a:cubicBezTo>
                  <a:cubicBezTo>
                    <a:pt x="1580515" y="51054"/>
                    <a:pt x="1565783" y="65786"/>
                    <a:pt x="1547622" y="65786"/>
                  </a:cubicBezTo>
                  <a:lnTo>
                    <a:pt x="32893" y="65786"/>
                  </a:lnTo>
                  <a:cubicBezTo>
                    <a:pt x="14732" y="65913"/>
                    <a:pt x="0" y="51054"/>
                    <a:pt x="0" y="32893"/>
                  </a:cubicBezTo>
                  <a:cubicBezTo>
                    <a:pt x="0" y="14732"/>
                    <a:pt x="14732" y="0"/>
                    <a:pt x="32893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87232" y="1771469"/>
            <a:ext cx="5644277" cy="5125650"/>
          </a:xfrm>
          <a:custGeom>
            <a:avLst/>
            <a:gdLst/>
            <a:ahLst/>
            <a:cxnLst/>
            <a:rect r="r" b="b" t="t" l="l"/>
            <a:pathLst>
              <a:path h="5125650" w="5644277">
                <a:moveTo>
                  <a:pt x="0" y="0"/>
                </a:moveTo>
                <a:lnTo>
                  <a:pt x="5644277" y="0"/>
                </a:lnTo>
                <a:lnTo>
                  <a:pt x="5644277" y="5125650"/>
                </a:lnTo>
                <a:lnTo>
                  <a:pt x="0" y="5125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765600" y="2049837"/>
            <a:ext cx="691515" cy="691515"/>
            <a:chOff x="0" y="0"/>
            <a:chExt cx="922020" cy="9220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05296" y="2146236"/>
            <a:ext cx="3408940" cy="498718"/>
            <a:chOff x="0" y="0"/>
            <a:chExt cx="4144996" cy="6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45002" cy="606393"/>
            </a:xfrm>
            <a:custGeom>
              <a:avLst/>
              <a:gdLst/>
              <a:ahLst/>
              <a:cxnLst/>
              <a:rect r="r" b="b" t="t" l="l"/>
              <a:pathLst>
                <a:path h="606393" w="4145002">
                  <a:moveTo>
                    <a:pt x="0" y="0"/>
                  </a:moveTo>
                  <a:lnTo>
                    <a:pt x="4145002" y="0"/>
                  </a:lnTo>
                  <a:lnTo>
                    <a:pt x="4145002" y="606393"/>
                  </a:lnTo>
                  <a:lnTo>
                    <a:pt x="0" y="606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5065" r="0" b="-1550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144996" cy="625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b="true" sz="233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Sistemas Operacionais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319161" y="1771469"/>
            <a:ext cx="5644277" cy="5125650"/>
          </a:xfrm>
          <a:custGeom>
            <a:avLst/>
            <a:gdLst/>
            <a:ahLst/>
            <a:cxnLst/>
            <a:rect r="r" b="b" t="t" l="l"/>
            <a:pathLst>
              <a:path h="5125650" w="5644277">
                <a:moveTo>
                  <a:pt x="0" y="0"/>
                </a:moveTo>
                <a:lnTo>
                  <a:pt x="5644277" y="0"/>
                </a:lnTo>
                <a:lnTo>
                  <a:pt x="5644277" y="5125650"/>
                </a:lnTo>
                <a:lnTo>
                  <a:pt x="0" y="51256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6597529" y="2049837"/>
            <a:ext cx="691515" cy="691515"/>
            <a:chOff x="0" y="0"/>
            <a:chExt cx="922020" cy="922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B342">
                    <a:alpha val="100000"/>
                  </a:srgbClr>
                </a:gs>
                <a:gs pos="100000">
                  <a:srgbClr val="558B2F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437215" y="2141871"/>
            <a:ext cx="3159061" cy="498718"/>
            <a:chOff x="0" y="0"/>
            <a:chExt cx="3688055" cy="5822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8060" cy="582222"/>
            </a:xfrm>
            <a:custGeom>
              <a:avLst/>
              <a:gdLst/>
              <a:ahLst/>
              <a:cxnLst/>
              <a:rect r="r" b="b" t="t" l="l"/>
              <a:pathLst>
                <a:path h="582222" w="3688060">
                  <a:moveTo>
                    <a:pt x="0" y="0"/>
                  </a:moveTo>
                  <a:lnTo>
                    <a:pt x="3688060" y="0"/>
                  </a:lnTo>
                  <a:lnTo>
                    <a:pt x="3688060" y="582222"/>
                  </a:lnTo>
                  <a:lnTo>
                    <a:pt x="0" y="582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180" r="0" b="-6867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688055" cy="601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b="true" sz="233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Softwares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151281" y="1771469"/>
            <a:ext cx="5644277" cy="5125650"/>
          </a:xfrm>
          <a:custGeom>
            <a:avLst/>
            <a:gdLst/>
            <a:ahLst/>
            <a:cxnLst/>
            <a:rect r="r" b="b" t="t" l="l"/>
            <a:pathLst>
              <a:path h="5125650" w="5644277">
                <a:moveTo>
                  <a:pt x="0" y="0"/>
                </a:moveTo>
                <a:lnTo>
                  <a:pt x="5644277" y="0"/>
                </a:lnTo>
                <a:lnTo>
                  <a:pt x="5644277" y="5125650"/>
                </a:lnTo>
                <a:lnTo>
                  <a:pt x="0" y="51256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2429639" y="2049837"/>
            <a:ext cx="691515" cy="691515"/>
            <a:chOff x="0" y="0"/>
            <a:chExt cx="922020" cy="922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579B">
                    <a:alpha val="100000"/>
                  </a:srgbClr>
                </a:gs>
                <a:gs pos="100000">
                  <a:srgbClr val="26323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269335" y="2159860"/>
            <a:ext cx="2572756" cy="498718"/>
            <a:chOff x="0" y="0"/>
            <a:chExt cx="3128264" cy="6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264" cy="606393"/>
            </a:xfrm>
            <a:custGeom>
              <a:avLst/>
              <a:gdLst/>
              <a:ahLst/>
              <a:cxnLst/>
              <a:rect r="r" b="b" t="t" l="l"/>
              <a:pathLst>
                <a:path h="606393" w="3128264">
                  <a:moveTo>
                    <a:pt x="0" y="0"/>
                  </a:moveTo>
                  <a:lnTo>
                    <a:pt x="3128264" y="0"/>
                  </a:lnTo>
                  <a:lnTo>
                    <a:pt x="3128264" y="606393"/>
                  </a:lnTo>
                  <a:lnTo>
                    <a:pt x="0" y="606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76" r="0" b="-439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128264" cy="625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b="true" sz="233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Design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87232" y="7085924"/>
            <a:ext cx="17313526" cy="2717702"/>
          </a:xfrm>
          <a:custGeom>
            <a:avLst/>
            <a:gdLst/>
            <a:ahLst/>
            <a:cxnLst/>
            <a:rect r="r" b="b" t="t" l="l"/>
            <a:pathLst>
              <a:path h="2717702" w="17313526">
                <a:moveTo>
                  <a:pt x="0" y="0"/>
                </a:moveTo>
                <a:lnTo>
                  <a:pt x="17313526" y="0"/>
                </a:lnTo>
                <a:lnTo>
                  <a:pt x="17313526" y="2717701"/>
                </a:lnTo>
                <a:lnTo>
                  <a:pt x="0" y="2717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3" id="33"/>
          <p:cNvGrpSpPr/>
          <p:nvPr/>
        </p:nvGrpSpPr>
        <p:grpSpPr>
          <a:xfrm rot="0">
            <a:off x="6562694" y="7364282"/>
            <a:ext cx="691515" cy="691515"/>
            <a:chOff x="0" y="0"/>
            <a:chExt cx="922020" cy="922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2020" cy="922020"/>
            </a:xfrm>
            <a:custGeom>
              <a:avLst/>
              <a:gdLst/>
              <a:ahLst/>
              <a:cxnLst/>
              <a:rect r="r" b="b" t="t" l="l"/>
              <a:pathLst>
                <a:path h="922020" w="922020">
                  <a:moveTo>
                    <a:pt x="263398" y="0"/>
                  </a:moveTo>
                  <a:lnTo>
                    <a:pt x="658622" y="0"/>
                  </a:lnTo>
                  <a:cubicBezTo>
                    <a:pt x="804037" y="0"/>
                    <a:pt x="922020" y="117983"/>
                    <a:pt x="922020" y="263398"/>
                  </a:cubicBezTo>
                  <a:lnTo>
                    <a:pt x="922020" y="658622"/>
                  </a:lnTo>
                  <a:cubicBezTo>
                    <a:pt x="922020" y="804164"/>
                    <a:pt x="804037" y="922020"/>
                    <a:pt x="658622" y="922020"/>
                  </a:cubicBezTo>
                  <a:lnTo>
                    <a:pt x="263398" y="922020"/>
                  </a:lnTo>
                  <a:cubicBezTo>
                    <a:pt x="117983" y="922020"/>
                    <a:pt x="0" y="804037"/>
                    <a:pt x="0" y="658622"/>
                  </a:cubicBezTo>
                  <a:lnTo>
                    <a:pt x="0" y="263398"/>
                  </a:lnTo>
                  <a:cubicBezTo>
                    <a:pt x="0" y="117983"/>
                    <a:pt x="117983" y="0"/>
                    <a:pt x="2633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02390" y="7447344"/>
            <a:ext cx="3840356" cy="498718"/>
            <a:chOff x="0" y="0"/>
            <a:chExt cx="4396042" cy="570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96036" cy="570873"/>
            </a:xfrm>
            <a:custGeom>
              <a:avLst/>
              <a:gdLst/>
              <a:ahLst/>
              <a:cxnLst/>
              <a:rect r="r" b="b" t="t" l="l"/>
              <a:pathLst>
                <a:path h="570873" w="4396036">
                  <a:moveTo>
                    <a:pt x="0" y="0"/>
                  </a:moveTo>
                  <a:lnTo>
                    <a:pt x="4396036" y="0"/>
                  </a:lnTo>
                  <a:lnTo>
                    <a:pt x="4396036" y="570873"/>
                  </a:lnTo>
                  <a:lnTo>
                    <a:pt x="0" y="570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99" r="0" b="-961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396042" cy="58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b="true" sz="233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Apoio e Aprendizado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723333" y="8250022"/>
            <a:ext cx="5464702" cy="1068667"/>
          </a:xfrm>
          <a:custGeom>
            <a:avLst/>
            <a:gdLst/>
            <a:ahLst/>
            <a:cxnLst/>
            <a:rect r="r" b="b" t="t" l="l"/>
            <a:pathLst>
              <a:path h="1068667" w="5464702">
                <a:moveTo>
                  <a:pt x="0" y="0"/>
                </a:moveTo>
                <a:lnTo>
                  <a:pt x="5464702" y="0"/>
                </a:lnTo>
                <a:lnTo>
                  <a:pt x="5464702" y="1068666"/>
                </a:lnTo>
                <a:lnTo>
                  <a:pt x="0" y="10686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2103248" y="8322497"/>
            <a:ext cx="3118314" cy="329494"/>
            <a:chOff x="0" y="0"/>
            <a:chExt cx="4157752" cy="4393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57740" cy="439327"/>
            </a:xfrm>
            <a:custGeom>
              <a:avLst/>
              <a:gdLst/>
              <a:ahLst/>
              <a:cxnLst/>
              <a:rect r="r" b="b" t="t" l="l"/>
              <a:pathLst>
                <a:path h="439327" w="4157740">
                  <a:moveTo>
                    <a:pt x="0" y="0"/>
                  </a:moveTo>
                  <a:lnTo>
                    <a:pt x="4157740" y="0"/>
                  </a:lnTo>
                  <a:lnTo>
                    <a:pt x="4157740" y="439327"/>
                  </a:lnTo>
                  <a:lnTo>
                    <a:pt x="0" y="439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8" r="65548" b="-850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4157752" cy="496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b="true" sz="155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Gemini , Perplexy e DeepSeek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3388" y="8671041"/>
            <a:ext cx="5124593" cy="473356"/>
            <a:chOff x="0" y="0"/>
            <a:chExt cx="6832790" cy="6311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32788" cy="631130"/>
            </a:xfrm>
            <a:custGeom>
              <a:avLst/>
              <a:gdLst/>
              <a:ahLst/>
              <a:cxnLst/>
              <a:rect r="r" b="b" t="t" l="l"/>
              <a:pathLst>
                <a:path h="631130" w="6832788">
                  <a:moveTo>
                    <a:pt x="0" y="0"/>
                  </a:moveTo>
                  <a:lnTo>
                    <a:pt x="6832788" y="0"/>
                  </a:lnTo>
                  <a:lnTo>
                    <a:pt x="6832788" y="631130"/>
                  </a:lnTo>
                  <a:lnTo>
                    <a:pt x="0" y="631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862" r="0" b="-13703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832790" cy="66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9"/>
                </a:lnSpc>
              </a:pPr>
              <a:r>
                <a:rPr lang="en-US" sz="136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Apoio teórico técnico. Ajudará na questão de conexão, função e aplicação dos componentes do projeto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6374087" y="8250022"/>
            <a:ext cx="5464702" cy="1068667"/>
          </a:xfrm>
          <a:custGeom>
            <a:avLst/>
            <a:gdLst/>
            <a:ahLst/>
            <a:cxnLst/>
            <a:rect r="r" b="b" t="t" l="l"/>
            <a:pathLst>
              <a:path h="1068667" w="5464702">
                <a:moveTo>
                  <a:pt x="0" y="0"/>
                </a:moveTo>
                <a:lnTo>
                  <a:pt x="5464702" y="0"/>
                </a:lnTo>
                <a:lnTo>
                  <a:pt x="5464702" y="1068666"/>
                </a:lnTo>
                <a:lnTo>
                  <a:pt x="0" y="10686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7778260" y="8405474"/>
            <a:ext cx="3096651" cy="329494"/>
            <a:chOff x="0" y="0"/>
            <a:chExt cx="3886008" cy="4134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86012" cy="413486"/>
            </a:xfrm>
            <a:custGeom>
              <a:avLst/>
              <a:gdLst/>
              <a:ahLst/>
              <a:cxnLst/>
              <a:rect r="r" b="b" t="t" l="l"/>
              <a:pathLst>
                <a:path h="413486" w="3886012">
                  <a:moveTo>
                    <a:pt x="0" y="0"/>
                  </a:moveTo>
                  <a:lnTo>
                    <a:pt x="3886012" y="0"/>
                  </a:lnTo>
                  <a:lnTo>
                    <a:pt x="3886012" y="413486"/>
                  </a:lnTo>
                  <a:lnTo>
                    <a:pt x="0" y="413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52" r="58478" b="-2381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3886008" cy="47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6"/>
                </a:lnSpc>
              </a:pPr>
              <a:r>
                <a:rPr lang="en-US" b="true" sz="155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Documentação Oficial 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587361" y="8801290"/>
            <a:ext cx="5124593" cy="246969"/>
            <a:chOff x="0" y="0"/>
            <a:chExt cx="6832790" cy="3292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32788" cy="329286"/>
            </a:xfrm>
            <a:custGeom>
              <a:avLst/>
              <a:gdLst/>
              <a:ahLst/>
              <a:cxnLst/>
              <a:rect r="r" b="b" t="t" l="l"/>
              <a:pathLst>
                <a:path h="329286" w="6832788">
                  <a:moveTo>
                    <a:pt x="0" y="0"/>
                  </a:moveTo>
                  <a:lnTo>
                    <a:pt x="6832788" y="0"/>
                  </a:lnTo>
                  <a:lnTo>
                    <a:pt x="6832788" y="329286"/>
                  </a:lnTo>
                  <a:lnTo>
                    <a:pt x="0" y="3292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19" r="0" b="-35432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832790" cy="367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9"/>
                </a:lnSpc>
              </a:pPr>
              <a:r>
                <a:rPr lang="en-US" sz="136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Apoio teórico para os SO e para configuração das VMs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2572695" y="2182347"/>
            <a:ext cx="417766" cy="417766"/>
          </a:xfrm>
          <a:custGeom>
            <a:avLst/>
            <a:gdLst/>
            <a:ahLst/>
            <a:cxnLst/>
            <a:rect r="r" b="b" t="t" l="l"/>
            <a:pathLst>
              <a:path h="417766" w="417766">
                <a:moveTo>
                  <a:pt x="0" y="0"/>
                </a:moveTo>
                <a:lnTo>
                  <a:pt x="417767" y="0"/>
                </a:lnTo>
                <a:lnTo>
                  <a:pt x="417767" y="417766"/>
                </a:lnTo>
                <a:lnTo>
                  <a:pt x="0" y="4177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57180" y="2257636"/>
            <a:ext cx="508355" cy="303164"/>
          </a:xfrm>
          <a:custGeom>
            <a:avLst/>
            <a:gdLst/>
            <a:ahLst/>
            <a:cxnLst/>
            <a:rect r="r" b="b" t="t" l="l"/>
            <a:pathLst>
              <a:path h="303164" w="508355">
                <a:moveTo>
                  <a:pt x="0" y="0"/>
                </a:moveTo>
                <a:lnTo>
                  <a:pt x="508355" y="0"/>
                </a:lnTo>
                <a:lnTo>
                  <a:pt x="508355" y="303165"/>
                </a:lnTo>
                <a:lnTo>
                  <a:pt x="0" y="30316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6719174" y="2164657"/>
            <a:ext cx="441817" cy="453145"/>
          </a:xfrm>
          <a:custGeom>
            <a:avLst/>
            <a:gdLst/>
            <a:ahLst/>
            <a:cxnLst/>
            <a:rect r="r" b="b" t="t" l="l"/>
            <a:pathLst>
              <a:path h="453145" w="441817">
                <a:moveTo>
                  <a:pt x="0" y="0"/>
                </a:moveTo>
                <a:lnTo>
                  <a:pt x="441816" y="0"/>
                </a:lnTo>
                <a:lnTo>
                  <a:pt x="441816" y="453145"/>
                </a:lnTo>
                <a:lnTo>
                  <a:pt x="0" y="45314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6654275" y="7524723"/>
            <a:ext cx="495002" cy="370633"/>
          </a:xfrm>
          <a:custGeom>
            <a:avLst/>
            <a:gdLst/>
            <a:ahLst/>
            <a:cxnLst/>
            <a:rect r="r" b="b" t="t" l="l"/>
            <a:pathLst>
              <a:path h="370633" w="495002">
                <a:moveTo>
                  <a:pt x="0" y="0"/>
                </a:moveTo>
                <a:lnTo>
                  <a:pt x="495002" y="0"/>
                </a:lnTo>
                <a:lnTo>
                  <a:pt x="495002" y="370633"/>
                </a:lnTo>
                <a:lnTo>
                  <a:pt x="0" y="37063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765600" y="2948725"/>
            <a:ext cx="4848711" cy="3334008"/>
            <a:chOff x="0" y="0"/>
            <a:chExt cx="1277027" cy="87809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77027" cy="878093"/>
            </a:xfrm>
            <a:custGeom>
              <a:avLst/>
              <a:gdLst/>
              <a:ahLst/>
              <a:cxnLst/>
              <a:rect r="r" b="b" t="t" l="l"/>
              <a:pathLst>
                <a:path h="878093" w="1277027">
                  <a:moveTo>
                    <a:pt x="0" y="0"/>
                  </a:moveTo>
                  <a:lnTo>
                    <a:pt x="1277027" y="0"/>
                  </a:lnTo>
                  <a:lnTo>
                    <a:pt x="1277027" y="878093"/>
                  </a:lnTo>
                  <a:lnTo>
                    <a:pt x="0" y="87809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277027" cy="935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6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028700" y="3312852"/>
            <a:ext cx="1461578" cy="1475073"/>
          </a:xfrm>
          <a:custGeom>
            <a:avLst/>
            <a:gdLst/>
            <a:ahLst/>
            <a:cxnLst/>
            <a:rect r="r" b="b" t="t" l="l"/>
            <a:pathLst>
              <a:path h="1475073" w="1461578">
                <a:moveTo>
                  <a:pt x="0" y="0"/>
                </a:moveTo>
                <a:lnTo>
                  <a:pt x="1461578" y="0"/>
                </a:lnTo>
                <a:lnTo>
                  <a:pt x="1461578" y="1475073"/>
                </a:lnTo>
                <a:lnTo>
                  <a:pt x="0" y="1475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240" t="-2970" r="-38899" b="-5313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6764217" y="2948725"/>
            <a:ext cx="4848711" cy="3334008"/>
            <a:chOff x="0" y="0"/>
            <a:chExt cx="1277027" cy="87809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77027" cy="878093"/>
            </a:xfrm>
            <a:custGeom>
              <a:avLst/>
              <a:gdLst/>
              <a:ahLst/>
              <a:cxnLst/>
              <a:rect r="r" b="b" t="t" l="l"/>
              <a:pathLst>
                <a:path h="878093" w="1277027">
                  <a:moveTo>
                    <a:pt x="0" y="0"/>
                  </a:moveTo>
                  <a:lnTo>
                    <a:pt x="1277027" y="0"/>
                  </a:lnTo>
                  <a:lnTo>
                    <a:pt x="1277027" y="878093"/>
                  </a:lnTo>
                  <a:lnTo>
                    <a:pt x="0" y="87809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1277027" cy="935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6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6930557" y="3066963"/>
            <a:ext cx="1476614" cy="983425"/>
          </a:xfrm>
          <a:custGeom>
            <a:avLst/>
            <a:gdLst/>
            <a:ahLst/>
            <a:cxnLst/>
            <a:rect r="r" b="b" t="t" l="l"/>
            <a:pathLst>
              <a:path h="983425" w="1476614">
                <a:moveTo>
                  <a:pt x="0" y="0"/>
                </a:moveTo>
                <a:lnTo>
                  <a:pt x="1476614" y="0"/>
                </a:lnTo>
                <a:lnTo>
                  <a:pt x="1476614" y="983425"/>
                </a:lnTo>
                <a:lnTo>
                  <a:pt x="0" y="9834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8534195" y="3312852"/>
            <a:ext cx="697201" cy="696329"/>
          </a:xfrm>
          <a:custGeom>
            <a:avLst/>
            <a:gdLst/>
            <a:ahLst/>
            <a:cxnLst/>
            <a:rect r="r" b="b" t="t" l="l"/>
            <a:pathLst>
              <a:path h="696329" w="697201">
                <a:moveTo>
                  <a:pt x="0" y="0"/>
                </a:moveTo>
                <a:lnTo>
                  <a:pt x="697201" y="0"/>
                </a:lnTo>
                <a:lnTo>
                  <a:pt x="697201" y="696330"/>
                </a:lnTo>
                <a:lnTo>
                  <a:pt x="0" y="69633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9607469" y="2948725"/>
            <a:ext cx="1343515" cy="1486538"/>
          </a:xfrm>
          <a:custGeom>
            <a:avLst/>
            <a:gdLst/>
            <a:ahLst/>
            <a:cxnLst/>
            <a:rect r="r" b="b" t="t" l="l"/>
            <a:pathLst>
              <a:path h="1486538" w="1343515">
                <a:moveTo>
                  <a:pt x="0" y="0"/>
                </a:moveTo>
                <a:lnTo>
                  <a:pt x="1343514" y="0"/>
                </a:lnTo>
                <a:lnTo>
                  <a:pt x="1343514" y="1486538"/>
                </a:lnTo>
                <a:lnTo>
                  <a:pt x="0" y="148653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10645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6951659" y="4196433"/>
            <a:ext cx="1434410" cy="1434410"/>
          </a:xfrm>
          <a:custGeom>
            <a:avLst/>
            <a:gdLst/>
            <a:ahLst/>
            <a:cxnLst/>
            <a:rect r="r" b="b" t="t" l="l"/>
            <a:pathLst>
              <a:path h="1434410" w="1434410">
                <a:moveTo>
                  <a:pt x="0" y="0"/>
                </a:moveTo>
                <a:lnTo>
                  <a:pt x="1434410" y="0"/>
                </a:lnTo>
                <a:lnTo>
                  <a:pt x="1434410" y="1434410"/>
                </a:lnTo>
                <a:lnTo>
                  <a:pt x="0" y="143441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2572695" y="3027102"/>
            <a:ext cx="4848711" cy="3334008"/>
            <a:chOff x="0" y="0"/>
            <a:chExt cx="1277027" cy="87809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77027" cy="878093"/>
            </a:xfrm>
            <a:custGeom>
              <a:avLst/>
              <a:gdLst/>
              <a:ahLst/>
              <a:cxnLst/>
              <a:rect r="r" b="b" t="t" l="l"/>
              <a:pathLst>
                <a:path h="878093" w="1277027">
                  <a:moveTo>
                    <a:pt x="0" y="0"/>
                  </a:moveTo>
                  <a:lnTo>
                    <a:pt x="1277027" y="0"/>
                  </a:lnTo>
                  <a:lnTo>
                    <a:pt x="1277027" y="878093"/>
                  </a:lnTo>
                  <a:lnTo>
                    <a:pt x="0" y="87809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277027" cy="935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6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4057321" y="3749232"/>
            <a:ext cx="1564391" cy="1564391"/>
          </a:xfrm>
          <a:custGeom>
            <a:avLst/>
            <a:gdLst/>
            <a:ahLst/>
            <a:cxnLst/>
            <a:rect r="r" b="b" t="t" l="l"/>
            <a:pathLst>
              <a:path h="1564391" w="1564391">
                <a:moveTo>
                  <a:pt x="0" y="0"/>
                </a:moveTo>
                <a:lnTo>
                  <a:pt x="1564391" y="0"/>
                </a:lnTo>
                <a:lnTo>
                  <a:pt x="1564391" y="1564391"/>
                </a:lnTo>
                <a:lnTo>
                  <a:pt x="0" y="156439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581227" y="774042"/>
            <a:ext cx="527893" cy="448049"/>
          </a:xfrm>
          <a:custGeom>
            <a:avLst/>
            <a:gdLst/>
            <a:ahLst/>
            <a:cxnLst/>
            <a:rect r="r" b="b" t="t" l="l"/>
            <a:pathLst>
              <a:path h="448049" w="527893">
                <a:moveTo>
                  <a:pt x="0" y="0"/>
                </a:moveTo>
                <a:lnTo>
                  <a:pt x="527893" y="0"/>
                </a:lnTo>
                <a:lnTo>
                  <a:pt x="527893" y="448049"/>
                </a:lnTo>
                <a:lnTo>
                  <a:pt x="0" y="44804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2029289" y="8250022"/>
            <a:ext cx="5464702" cy="1068667"/>
          </a:xfrm>
          <a:custGeom>
            <a:avLst/>
            <a:gdLst/>
            <a:ahLst/>
            <a:cxnLst/>
            <a:rect r="r" b="b" t="t" l="l"/>
            <a:pathLst>
              <a:path h="1068667" w="5464702">
                <a:moveTo>
                  <a:pt x="0" y="0"/>
                </a:moveTo>
                <a:lnTo>
                  <a:pt x="5464702" y="0"/>
                </a:lnTo>
                <a:lnTo>
                  <a:pt x="5464702" y="1068667"/>
                </a:lnTo>
                <a:lnTo>
                  <a:pt x="0" y="10686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184740" y="8405474"/>
            <a:ext cx="3096651" cy="329494"/>
            <a:chOff x="0" y="0"/>
            <a:chExt cx="3886008" cy="4134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886012" cy="413486"/>
            </a:xfrm>
            <a:custGeom>
              <a:avLst/>
              <a:gdLst/>
              <a:ahLst/>
              <a:cxnLst/>
              <a:rect r="r" b="b" t="t" l="l"/>
              <a:pathLst>
                <a:path h="413486" w="3886012">
                  <a:moveTo>
                    <a:pt x="0" y="0"/>
                  </a:moveTo>
                  <a:lnTo>
                    <a:pt x="3886012" y="0"/>
                  </a:lnTo>
                  <a:lnTo>
                    <a:pt x="3886012" y="413486"/>
                  </a:lnTo>
                  <a:lnTo>
                    <a:pt x="0" y="413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52" r="58478" b="-2381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3886008" cy="47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6"/>
                </a:lnSpc>
              </a:pPr>
              <a:r>
                <a:rPr lang="en-US" b="true" sz="155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Udemy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242563" y="8801291"/>
            <a:ext cx="5124593" cy="246969"/>
            <a:chOff x="0" y="0"/>
            <a:chExt cx="6832790" cy="3292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32788" cy="329286"/>
            </a:xfrm>
            <a:custGeom>
              <a:avLst/>
              <a:gdLst/>
              <a:ahLst/>
              <a:cxnLst/>
              <a:rect r="r" b="b" t="t" l="l"/>
              <a:pathLst>
                <a:path h="329286" w="6832788">
                  <a:moveTo>
                    <a:pt x="0" y="0"/>
                  </a:moveTo>
                  <a:lnTo>
                    <a:pt x="6832788" y="0"/>
                  </a:lnTo>
                  <a:lnTo>
                    <a:pt x="6832788" y="329286"/>
                  </a:lnTo>
                  <a:lnTo>
                    <a:pt x="0" y="3292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19" r="0" b="-35432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832790" cy="367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9"/>
                </a:lnSpc>
              </a:pPr>
              <a:r>
                <a:rPr lang="en-US" sz="136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Estudos aprofundados para uso do projeto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133134" y="4970626"/>
            <a:ext cx="1080229" cy="1080229"/>
          </a:xfrm>
          <a:custGeom>
            <a:avLst/>
            <a:gdLst/>
            <a:ahLst/>
            <a:cxnLst/>
            <a:rect r="r" b="b" t="t" l="l"/>
            <a:pathLst>
              <a:path h="1080229" w="1080229">
                <a:moveTo>
                  <a:pt x="0" y="0"/>
                </a:moveTo>
                <a:lnTo>
                  <a:pt x="1080229" y="0"/>
                </a:lnTo>
                <a:lnTo>
                  <a:pt x="1080229" y="1080229"/>
                </a:lnTo>
                <a:lnTo>
                  <a:pt x="0" y="108022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2589593" y="4944869"/>
            <a:ext cx="1335840" cy="1210420"/>
          </a:xfrm>
          <a:custGeom>
            <a:avLst/>
            <a:gdLst/>
            <a:ahLst/>
            <a:cxnLst/>
            <a:rect r="r" b="b" t="t" l="l"/>
            <a:pathLst>
              <a:path h="1210420" w="1335840">
                <a:moveTo>
                  <a:pt x="0" y="0"/>
                </a:moveTo>
                <a:lnTo>
                  <a:pt x="1335840" y="0"/>
                </a:lnTo>
                <a:lnTo>
                  <a:pt x="1335840" y="1210420"/>
                </a:lnTo>
                <a:lnTo>
                  <a:pt x="0" y="121042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30745" t="0" r="-3034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2490278" y="3312852"/>
            <a:ext cx="1534471" cy="1330107"/>
          </a:xfrm>
          <a:custGeom>
            <a:avLst/>
            <a:gdLst/>
            <a:ahLst/>
            <a:cxnLst/>
            <a:rect r="r" b="b" t="t" l="l"/>
            <a:pathLst>
              <a:path h="1330107" w="1534471">
                <a:moveTo>
                  <a:pt x="0" y="0"/>
                </a:moveTo>
                <a:lnTo>
                  <a:pt x="1534471" y="0"/>
                </a:lnTo>
                <a:lnTo>
                  <a:pt x="1534471" y="1330107"/>
                </a:lnTo>
                <a:lnTo>
                  <a:pt x="0" y="133010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31097" t="0" r="-23003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4208698" y="4013678"/>
            <a:ext cx="1148438" cy="1258563"/>
          </a:xfrm>
          <a:custGeom>
            <a:avLst/>
            <a:gdLst/>
            <a:ahLst/>
            <a:cxnLst/>
            <a:rect r="r" b="b" t="t" l="l"/>
            <a:pathLst>
              <a:path h="1258563" w="1148438">
                <a:moveTo>
                  <a:pt x="0" y="0"/>
                </a:moveTo>
                <a:lnTo>
                  <a:pt x="1148438" y="0"/>
                </a:lnTo>
                <a:lnTo>
                  <a:pt x="1148438" y="1258563"/>
                </a:lnTo>
                <a:lnTo>
                  <a:pt x="0" y="125856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8108528" y="3853678"/>
            <a:ext cx="3454576" cy="2301611"/>
          </a:xfrm>
          <a:custGeom>
            <a:avLst/>
            <a:gdLst/>
            <a:ahLst/>
            <a:cxnLst/>
            <a:rect r="r" b="b" t="t" l="l"/>
            <a:pathLst>
              <a:path h="2301611" w="3454576">
                <a:moveTo>
                  <a:pt x="0" y="0"/>
                </a:moveTo>
                <a:lnTo>
                  <a:pt x="3454576" y="0"/>
                </a:lnTo>
                <a:lnTo>
                  <a:pt x="3454576" y="2301611"/>
                </a:lnTo>
                <a:lnTo>
                  <a:pt x="0" y="2301611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F2FD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2781" y="6856657"/>
            <a:ext cx="3571180" cy="3571180"/>
          </a:xfrm>
          <a:custGeom>
            <a:avLst/>
            <a:gdLst/>
            <a:ahLst/>
            <a:cxnLst/>
            <a:rect r="r" b="b" t="t" l="l"/>
            <a:pathLst>
              <a:path h="3571180" w="3571180">
                <a:moveTo>
                  <a:pt x="0" y="0"/>
                </a:moveTo>
                <a:lnTo>
                  <a:pt x="3571180" y="0"/>
                </a:lnTo>
                <a:lnTo>
                  <a:pt x="3571180" y="3571180"/>
                </a:lnTo>
                <a:lnTo>
                  <a:pt x="0" y="3571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609600"/>
            <a:ext cx="666750" cy="666750"/>
            <a:chOff x="0" y="0"/>
            <a:chExt cx="889000" cy="88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190500" y="0"/>
                  </a:moveTo>
                  <a:lnTo>
                    <a:pt x="698500" y="0"/>
                  </a:lnTo>
                  <a:cubicBezTo>
                    <a:pt x="803656" y="0"/>
                    <a:pt x="889000" y="85344"/>
                    <a:pt x="889000" y="190500"/>
                  </a:cubicBezTo>
                  <a:lnTo>
                    <a:pt x="889000" y="698500"/>
                  </a:lnTo>
                  <a:cubicBezTo>
                    <a:pt x="889000" y="803656"/>
                    <a:pt x="803656" y="889000"/>
                    <a:pt x="698500" y="889000"/>
                  </a:cubicBezTo>
                  <a:lnTo>
                    <a:pt x="190500" y="889000"/>
                  </a:lnTo>
                  <a:cubicBezTo>
                    <a:pt x="85344" y="889000"/>
                    <a:pt x="0" y="803656"/>
                    <a:pt x="0" y="698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3500" y="532170"/>
            <a:ext cx="7530024" cy="821610"/>
            <a:chOff x="0" y="0"/>
            <a:chExt cx="9052239" cy="987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52240" cy="987700"/>
            </a:xfrm>
            <a:custGeom>
              <a:avLst/>
              <a:gdLst/>
              <a:ahLst/>
              <a:cxnLst/>
              <a:rect r="r" b="b" t="t" l="l"/>
              <a:pathLst>
                <a:path h="987700" w="9052240">
                  <a:moveTo>
                    <a:pt x="0" y="0"/>
                  </a:moveTo>
                  <a:lnTo>
                    <a:pt x="9052240" y="0"/>
                  </a:lnTo>
                  <a:lnTo>
                    <a:pt x="9052240" y="987700"/>
                  </a:lnTo>
                  <a:lnTo>
                    <a:pt x="0" y="98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250" r="13542" b="-865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9052239" cy="94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84"/>
                </a:lnSpc>
              </a:pPr>
              <a:r>
                <a:rPr lang="en-US" sz="3874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Custos do Projeto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75592" y="693040"/>
            <a:ext cx="468067" cy="468067"/>
          </a:xfrm>
          <a:custGeom>
            <a:avLst/>
            <a:gdLst/>
            <a:ahLst/>
            <a:cxnLst/>
            <a:rect r="r" b="b" t="t" l="l"/>
            <a:pathLst>
              <a:path h="468067" w="468067">
                <a:moveTo>
                  <a:pt x="0" y="0"/>
                </a:moveTo>
                <a:lnTo>
                  <a:pt x="468066" y="0"/>
                </a:lnTo>
                <a:lnTo>
                  <a:pt x="468066" y="468067"/>
                </a:lnTo>
                <a:lnTo>
                  <a:pt x="0" y="468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28474" y="1306155"/>
            <a:ext cx="9999297" cy="428539"/>
            <a:chOff x="0" y="0"/>
            <a:chExt cx="13332396" cy="5713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33350"/>
              <a:ext cx="13332396" cy="704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5"/>
                </a:lnSpc>
              </a:pPr>
              <a:r>
                <a:rPr lang="en-US" sz="2699">
                  <a:solidFill>
                    <a:srgbClr val="64748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Investimento em infraestrutura tecnologica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8474" y="1834688"/>
            <a:ext cx="1142781" cy="57140"/>
            <a:chOff x="0" y="0"/>
            <a:chExt cx="1523708" cy="761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3746" cy="76200"/>
            </a:xfrm>
            <a:custGeom>
              <a:avLst/>
              <a:gdLst/>
              <a:ahLst/>
              <a:cxnLst/>
              <a:rect r="r" b="b" t="t" l="l"/>
              <a:pathLst>
                <a:path h="76200" w="1523746">
                  <a:moveTo>
                    <a:pt x="0" y="0"/>
                  </a:moveTo>
                  <a:lnTo>
                    <a:pt x="1523746" y="0"/>
                  </a:lnTo>
                  <a:lnTo>
                    <a:pt x="152374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9944" y="2227518"/>
            <a:ext cx="10870663" cy="5442471"/>
            <a:chOff x="0" y="0"/>
            <a:chExt cx="14494218" cy="72566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94255" cy="7256653"/>
            </a:xfrm>
            <a:custGeom>
              <a:avLst/>
              <a:gdLst/>
              <a:ahLst/>
              <a:cxnLst/>
              <a:rect r="r" b="b" t="t" l="l"/>
              <a:pathLst>
                <a:path h="7256653" w="14494255">
                  <a:moveTo>
                    <a:pt x="0" y="580517"/>
                  </a:moveTo>
                  <a:cubicBezTo>
                    <a:pt x="0" y="259969"/>
                    <a:pt x="259969" y="0"/>
                    <a:pt x="580517" y="0"/>
                  </a:cubicBezTo>
                  <a:lnTo>
                    <a:pt x="13913738" y="0"/>
                  </a:lnTo>
                  <a:cubicBezTo>
                    <a:pt x="14234413" y="0"/>
                    <a:pt x="14494255" y="259969"/>
                    <a:pt x="14494255" y="580517"/>
                  </a:cubicBezTo>
                  <a:lnTo>
                    <a:pt x="14494255" y="6676136"/>
                  </a:lnTo>
                  <a:cubicBezTo>
                    <a:pt x="14494255" y="6996811"/>
                    <a:pt x="14234286" y="7256653"/>
                    <a:pt x="13913738" y="7256653"/>
                  </a:cubicBezTo>
                  <a:lnTo>
                    <a:pt x="580517" y="7256653"/>
                  </a:lnTo>
                  <a:cubicBezTo>
                    <a:pt x="259969" y="7256653"/>
                    <a:pt x="0" y="6996684"/>
                    <a:pt x="0" y="6676136"/>
                  </a:cubicBezTo>
                  <a:close/>
                </a:path>
              </a:pathLst>
            </a:custGeom>
            <a:solidFill>
              <a:srgbClr val="FFFFFF"/>
            </a:solidFill>
            <a:ln w="14285" cap="sq">
              <a:solidFill>
                <a:srgbClr val="E2E8F0"/>
              </a:solidFill>
              <a:prstDash val="solid"/>
              <a:miter/>
            </a:ln>
          </p:spPr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142777" y="2520355"/>
          <a:ext cx="10284991" cy="4842517"/>
        </p:xfrm>
        <a:graphic>
          <a:graphicData uri="http://schemas.openxmlformats.org/drawingml/2006/table">
            <a:tbl>
              <a:tblPr/>
              <a:tblGrid>
                <a:gridCol w="4618329"/>
                <a:gridCol w="3088331"/>
                <a:gridCol w="2578331"/>
              </a:tblGrid>
              <a:tr h="7759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Componente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Especificacao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Custo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E8"/>
                    </a:solidFill>
                  </a:tcPr>
                </a:tc>
              </a:tr>
              <a:tr h="813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Servidor Dell PowerEdge R230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1.5TB - 64gb RAM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7CB342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Doação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3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Fast Ethernet Switch D-Link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24-Port Fast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0A8E8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Escola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Cabos Ethernet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Cat5e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0A8E8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Escola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3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5 Maquinas Antigas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Estacoes de trabalho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7CB342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Doação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Plano Udemy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1E293B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Cursos Especializantes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7CB342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R$42,00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857079" y="8019965"/>
            <a:ext cx="10856376" cy="785660"/>
            <a:chOff x="0" y="0"/>
            <a:chExt cx="14475168" cy="10475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75206" cy="1047623"/>
            </a:xfrm>
            <a:custGeom>
              <a:avLst/>
              <a:gdLst/>
              <a:ahLst/>
              <a:cxnLst/>
              <a:rect r="r" b="b" t="t" l="l"/>
              <a:pathLst>
                <a:path h="1047623" w="14475206">
                  <a:moveTo>
                    <a:pt x="0" y="83820"/>
                  </a:moveTo>
                  <a:cubicBezTo>
                    <a:pt x="0" y="37465"/>
                    <a:pt x="37465" y="0"/>
                    <a:pt x="83820" y="0"/>
                  </a:cubicBezTo>
                  <a:lnTo>
                    <a:pt x="14391387" y="0"/>
                  </a:lnTo>
                  <a:cubicBezTo>
                    <a:pt x="14437615" y="0"/>
                    <a:pt x="14475206" y="37465"/>
                    <a:pt x="14475206" y="83820"/>
                  </a:cubicBezTo>
                  <a:lnTo>
                    <a:pt x="14475206" y="963803"/>
                  </a:lnTo>
                  <a:cubicBezTo>
                    <a:pt x="14475206" y="1010031"/>
                    <a:pt x="14437742" y="1047623"/>
                    <a:pt x="14391387" y="1047623"/>
                  </a:cubicBezTo>
                  <a:lnTo>
                    <a:pt x="83820" y="1047623"/>
                  </a:lnTo>
                  <a:cubicBezTo>
                    <a:pt x="37592" y="1047623"/>
                    <a:pt x="0" y="1010158"/>
                    <a:pt x="0" y="963803"/>
                  </a:cubicBezTo>
                  <a:close/>
                </a:path>
              </a:pathLst>
            </a:custGeom>
            <a:solidFill>
              <a:srgbClr val="E8F5E9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42781" y="8205674"/>
            <a:ext cx="399974" cy="399974"/>
          </a:xfrm>
          <a:custGeom>
            <a:avLst/>
            <a:gdLst/>
            <a:ahLst/>
            <a:cxnLst/>
            <a:rect r="r" b="b" t="t" l="l"/>
            <a:pathLst>
              <a:path h="399974" w="399974">
                <a:moveTo>
                  <a:pt x="0" y="0"/>
                </a:moveTo>
                <a:lnTo>
                  <a:pt x="399974" y="0"/>
                </a:lnTo>
                <a:lnTo>
                  <a:pt x="399974" y="399974"/>
                </a:lnTo>
                <a:lnTo>
                  <a:pt x="0" y="39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85592" y="8091393"/>
            <a:ext cx="9713605" cy="571386"/>
            <a:chOff x="0" y="0"/>
            <a:chExt cx="12951473" cy="7618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951471" cy="761851"/>
            </a:xfrm>
            <a:custGeom>
              <a:avLst/>
              <a:gdLst/>
              <a:ahLst/>
              <a:cxnLst/>
              <a:rect r="r" b="b" t="t" l="l"/>
              <a:pathLst>
                <a:path h="761851" w="12951471">
                  <a:moveTo>
                    <a:pt x="0" y="0"/>
                  </a:moveTo>
                  <a:lnTo>
                    <a:pt x="12951471" y="0"/>
                  </a:lnTo>
                  <a:lnTo>
                    <a:pt x="12951471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951473" cy="80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687">
                  <a:solidFill>
                    <a:srgbClr val="1E293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 maioria dos componentes foram </a:t>
              </a:r>
              <a:r>
                <a:rPr lang="en-US" sz="1687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doacoes de empresas</a:t>
              </a:r>
              <a:r>
                <a:rPr lang="en-US" sz="1687">
                  <a:solidFill>
                    <a:srgbClr val="1E293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para o VirtuaLab!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84850" y="2234661"/>
            <a:ext cx="5142500" cy="6570964"/>
            <a:chOff x="0" y="0"/>
            <a:chExt cx="6856666" cy="87612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6730" cy="8761349"/>
            </a:xfrm>
            <a:custGeom>
              <a:avLst/>
              <a:gdLst/>
              <a:ahLst/>
              <a:cxnLst/>
              <a:rect r="r" b="b" t="t" l="l"/>
              <a:pathLst>
                <a:path h="8761349" w="6856730">
                  <a:moveTo>
                    <a:pt x="0" y="685673"/>
                  </a:moveTo>
                  <a:cubicBezTo>
                    <a:pt x="0" y="306959"/>
                    <a:pt x="306959" y="0"/>
                    <a:pt x="685673" y="0"/>
                  </a:cubicBezTo>
                  <a:lnTo>
                    <a:pt x="6171057" y="0"/>
                  </a:lnTo>
                  <a:cubicBezTo>
                    <a:pt x="6549771" y="0"/>
                    <a:pt x="6856730" y="306959"/>
                    <a:pt x="6856730" y="685673"/>
                  </a:cubicBezTo>
                  <a:lnTo>
                    <a:pt x="6856730" y="8075676"/>
                  </a:lnTo>
                  <a:cubicBezTo>
                    <a:pt x="6856730" y="8454390"/>
                    <a:pt x="6549771" y="8761349"/>
                    <a:pt x="6171057" y="8761349"/>
                  </a:cubicBezTo>
                  <a:lnTo>
                    <a:pt x="685673" y="8761349"/>
                  </a:lnTo>
                  <a:cubicBezTo>
                    <a:pt x="306959" y="8761349"/>
                    <a:pt x="0" y="8454263"/>
                    <a:pt x="0" y="807567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A2540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8517177"/>
            </a:gra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713389" y="2663201"/>
            <a:ext cx="4285412" cy="499967"/>
            <a:chOff x="0" y="0"/>
            <a:chExt cx="5713882" cy="6666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3884" cy="666620"/>
            </a:xfrm>
            <a:custGeom>
              <a:avLst/>
              <a:gdLst/>
              <a:ahLst/>
              <a:cxnLst/>
              <a:rect r="r" b="b" t="t" l="l"/>
              <a:pathLst>
                <a:path h="666620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713882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3"/>
                </a:lnSpc>
              </a:pPr>
              <a:r>
                <a:rPr lang="en-US" sz="2474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Economia Real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13389" y="3306014"/>
            <a:ext cx="857079" cy="42853"/>
            <a:chOff x="0" y="0"/>
            <a:chExt cx="1142771" cy="571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2746" cy="57150"/>
            </a:xfrm>
            <a:custGeom>
              <a:avLst/>
              <a:gdLst/>
              <a:ahLst/>
              <a:cxnLst/>
              <a:rect r="r" b="b" t="t" l="l"/>
              <a:pathLst>
                <a:path h="57150" w="1142746">
                  <a:moveTo>
                    <a:pt x="0" y="0"/>
                  </a:moveTo>
                  <a:lnTo>
                    <a:pt x="1142746" y="0"/>
                  </a:lnTo>
                  <a:lnTo>
                    <a:pt x="1142746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13389" y="3663135"/>
            <a:ext cx="4285412" cy="714232"/>
            <a:chOff x="0" y="0"/>
            <a:chExt cx="5713882" cy="9523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13884" cy="952314"/>
            </a:xfrm>
            <a:custGeom>
              <a:avLst/>
              <a:gdLst/>
              <a:ahLst/>
              <a:cxnLst/>
              <a:rect r="r" b="b" t="t" l="l"/>
              <a:pathLst>
                <a:path h="952314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0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23825"/>
              <a:ext cx="5713882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7CB342"/>
                  </a:solidFill>
                  <a:latin typeface="Unna"/>
                  <a:ea typeface="Unna"/>
                  <a:cs typeface="Unna"/>
                  <a:sym typeface="Unna"/>
                </a:rPr>
                <a:t>~90%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13389" y="4448795"/>
            <a:ext cx="4285412" cy="428541"/>
            <a:chOff x="0" y="0"/>
            <a:chExt cx="5713882" cy="5713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13884" cy="571391"/>
            </a:xfrm>
            <a:custGeom>
              <a:avLst/>
              <a:gdLst/>
              <a:ahLst/>
              <a:cxnLst/>
              <a:rect r="r" b="b" t="t" l="l"/>
              <a:pathLst>
                <a:path h="5713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4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713882" cy="619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3"/>
                </a:lnSpc>
              </a:pPr>
              <a:r>
                <a:rPr lang="en-US" sz="17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</a:t>
              </a:r>
              <a:r>
                <a:rPr lang="en-US" sz="17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conomia com doacoes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713389" y="5163027"/>
            <a:ext cx="4285412" cy="804454"/>
            <a:chOff x="0" y="0"/>
            <a:chExt cx="5713882" cy="10726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13884" cy="1072609"/>
            </a:xfrm>
            <a:custGeom>
              <a:avLst/>
              <a:gdLst/>
              <a:ahLst/>
              <a:cxnLst/>
              <a:rect r="r" b="b" t="t" l="l"/>
              <a:pathLst>
                <a:path h="1072609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1072609"/>
                  </a:lnTo>
                  <a:lnTo>
                    <a:pt x="0" y="10726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406" r="0" b="-481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23825"/>
              <a:ext cx="5713882" cy="1196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00A8E8"/>
                  </a:solidFill>
                  <a:latin typeface="Unna"/>
                  <a:ea typeface="Unna"/>
                  <a:cs typeface="Unna"/>
                  <a:sym typeface="Unna"/>
                </a:rPr>
                <a:t>R$ 0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713389" y="5948687"/>
            <a:ext cx="4285412" cy="428541"/>
            <a:chOff x="0" y="0"/>
            <a:chExt cx="5713882" cy="5713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13884" cy="571391"/>
            </a:xfrm>
            <a:custGeom>
              <a:avLst/>
              <a:gdLst/>
              <a:ahLst/>
              <a:cxnLst/>
              <a:rect r="r" b="b" t="t" l="l"/>
              <a:pathLst>
                <a:path h="5713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4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5713882" cy="619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3"/>
                </a:lnSpc>
              </a:pPr>
              <a:r>
                <a:rPr lang="en-US" sz="17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</a:t>
              </a:r>
              <a:r>
                <a:rPr lang="en-US" sz="17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usto de licenciamento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713389" y="6662920"/>
            <a:ext cx="4285412" cy="714232"/>
            <a:chOff x="0" y="0"/>
            <a:chExt cx="5713882" cy="9523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13884" cy="952314"/>
            </a:xfrm>
            <a:custGeom>
              <a:avLst/>
              <a:gdLst/>
              <a:ahLst/>
              <a:cxnLst/>
              <a:rect r="r" b="b" t="t" l="l"/>
              <a:pathLst>
                <a:path h="952314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0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23825"/>
              <a:ext cx="5713882" cy="107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2"/>
                </a:lnSpc>
              </a:pPr>
              <a:r>
                <a:rPr lang="en-US" sz="4724">
                  <a:solidFill>
                    <a:srgbClr val="FFFFFF"/>
                  </a:solidFill>
                  <a:latin typeface="Unna"/>
                  <a:ea typeface="Unna"/>
                  <a:cs typeface="Unna"/>
                  <a:sym typeface="Unna"/>
                </a:rPr>
                <a:t>Open Source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13389" y="7448580"/>
            <a:ext cx="4285412" cy="428541"/>
            <a:chOff x="0" y="0"/>
            <a:chExt cx="5713882" cy="5713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13884" cy="571391"/>
            </a:xfrm>
            <a:custGeom>
              <a:avLst/>
              <a:gdLst/>
              <a:ahLst/>
              <a:cxnLst/>
              <a:rect r="r" b="b" t="t" l="l"/>
              <a:pathLst>
                <a:path h="5713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4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713882" cy="619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3"/>
                </a:lnSpc>
              </a:pPr>
              <a:r>
                <a:rPr lang="en-US" sz="17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</a:t>
              </a:r>
              <a:r>
                <a:rPr lang="en-US" sz="17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odas as tecnologias</a:t>
              </a:r>
            </a:p>
          </p:txBody>
        </p:sp>
      </p:grpSp>
    </p:spTree>
  </p:cSld>
  <p:clrMapOvr>
    <a:masterClrMapping/>
  </p:clrMapOvr>
  <p:transition spd="med">
    <p:cover dir="rd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2D45">
                <a:alpha val="100000"/>
              </a:srgbClr>
            </a:gs>
            <a:gs pos="60000">
              <a:srgbClr val="0A4A6F">
                <a:alpha val="100000"/>
              </a:srgbClr>
            </a:gs>
            <a:gs pos="100000">
              <a:srgbClr val="0D5A8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781" y="2285552"/>
            <a:ext cx="2856938" cy="1428474"/>
            <a:chOff x="0" y="0"/>
            <a:chExt cx="3809251" cy="1904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56" cy="1904628"/>
            </a:xfrm>
            <a:custGeom>
              <a:avLst/>
              <a:gdLst/>
              <a:ahLst/>
              <a:cxnLst/>
              <a:rect r="r" b="b" t="t" l="l"/>
              <a:pathLst>
                <a:path h="190462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09251" cy="1914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258"/>
                </a:lnSpc>
              </a:pPr>
              <a:r>
                <a:rPr lang="en-US" sz="8548" b="true">
                  <a:solidFill>
                    <a:srgbClr val="00A8E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781" y="3856873"/>
            <a:ext cx="1428474" cy="57140"/>
            <a:chOff x="0" y="0"/>
            <a:chExt cx="1904632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19" cy="76200"/>
            </a:xfrm>
            <a:custGeom>
              <a:avLst/>
              <a:gdLst/>
              <a:ahLst/>
              <a:cxnLst/>
              <a:rect r="r" b="b" t="t" l="l"/>
              <a:pathLst>
                <a:path h="76200" w="1904619">
                  <a:moveTo>
                    <a:pt x="0" y="0"/>
                  </a:moveTo>
                  <a:lnTo>
                    <a:pt x="1904619" y="0"/>
                  </a:lnTo>
                  <a:lnTo>
                    <a:pt x="190461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781" y="4142565"/>
            <a:ext cx="7142359" cy="857079"/>
            <a:chOff x="0" y="0"/>
            <a:chExt cx="9523146" cy="11427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3140" cy="1142777"/>
            </a:xfrm>
            <a:custGeom>
              <a:avLst/>
              <a:gdLst/>
              <a:ahLst/>
              <a:cxnLst/>
              <a:rect r="r" b="b" t="t" l="l"/>
              <a:pathLst>
                <a:path h="1142777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9523146" cy="1276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6"/>
                </a:lnSpc>
              </a:pPr>
              <a:r>
                <a:rPr lang="en-US" sz="49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Identidade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2781" y="5080568"/>
            <a:ext cx="7142359" cy="127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O significado por tras da marca VirtuaLab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13530" y="0"/>
            <a:ext cx="7570899" cy="10284990"/>
            <a:chOff x="0" y="0"/>
            <a:chExt cx="10094532" cy="13713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4468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10094468">
                  <a:moveTo>
                    <a:pt x="0" y="0"/>
                  </a:moveTo>
                  <a:lnTo>
                    <a:pt x="10094468" y="0"/>
                  </a:lnTo>
                  <a:lnTo>
                    <a:pt x="10094468" y="13713333"/>
                  </a:lnTo>
                  <a:lnTo>
                    <a:pt x="0" y="13713333"/>
                  </a:lnTo>
                  <a:close/>
                </a:path>
              </a:pathLst>
            </a:custGeom>
            <a:gradFill rotWithShape="true">
              <a:gsLst>
                <a:gs pos="0">
                  <a:srgbClr val="0A4A6F">
                    <a:alpha val="100000"/>
                  </a:srgbClr>
                </a:gs>
                <a:gs pos="100000">
                  <a:srgbClr val="072D45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63333" y="2135562"/>
            <a:ext cx="2871226" cy="2871226"/>
            <a:chOff x="0" y="0"/>
            <a:chExt cx="3828301" cy="3828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28288" cy="3828288"/>
            </a:xfrm>
            <a:custGeom>
              <a:avLst/>
              <a:gdLst/>
              <a:ahLst/>
              <a:cxnLst/>
              <a:rect r="r" b="b" t="t" l="l"/>
              <a:pathLst>
                <a:path h="3828288" w="3828288">
                  <a:moveTo>
                    <a:pt x="0" y="1914144"/>
                  </a:moveTo>
                  <a:cubicBezTo>
                    <a:pt x="0" y="856996"/>
                    <a:pt x="856996" y="0"/>
                    <a:pt x="1914144" y="0"/>
                  </a:cubicBezTo>
                  <a:cubicBezTo>
                    <a:pt x="2971292" y="0"/>
                    <a:pt x="3828288" y="856996"/>
                    <a:pt x="3828288" y="1914144"/>
                  </a:cubicBezTo>
                  <a:cubicBezTo>
                    <a:pt x="3828288" y="2971292"/>
                    <a:pt x="2971292" y="3828288"/>
                    <a:pt x="1914144" y="3828288"/>
                  </a:cubicBezTo>
                  <a:cubicBezTo>
                    <a:pt x="856996" y="3828288"/>
                    <a:pt x="0" y="2971292"/>
                    <a:pt x="0" y="1914144"/>
                  </a:cubicBezTo>
                  <a:close/>
                </a:path>
              </a:pathLst>
            </a:custGeom>
            <a:solidFill>
              <a:srgbClr val="00A8E8">
                <a:alpha val="392"/>
              </a:srgbClr>
            </a:solid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991807" y="4992510"/>
            <a:ext cx="2156993" cy="2156993"/>
            <a:chOff x="0" y="0"/>
            <a:chExt cx="2875991" cy="2875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6042" cy="2876042"/>
            </a:xfrm>
            <a:custGeom>
              <a:avLst/>
              <a:gdLst/>
              <a:ahLst/>
              <a:cxnLst/>
              <a:rect r="r" b="b" t="t" l="l"/>
              <a:pathLst>
                <a:path h="2876042" w="2876042">
                  <a:moveTo>
                    <a:pt x="0" y="1438021"/>
                  </a:moveTo>
                  <a:cubicBezTo>
                    <a:pt x="0" y="643763"/>
                    <a:pt x="643763" y="0"/>
                    <a:pt x="1438021" y="0"/>
                  </a:cubicBezTo>
                  <a:cubicBezTo>
                    <a:pt x="2232279" y="0"/>
                    <a:pt x="2876042" y="643763"/>
                    <a:pt x="2876042" y="1438021"/>
                  </a:cubicBezTo>
                  <a:cubicBezTo>
                    <a:pt x="2876042" y="2232279"/>
                    <a:pt x="2232152" y="2876042"/>
                    <a:pt x="1438021" y="2876042"/>
                  </a:cubicBezTo>
                  <a:cubicBezTo>
                    <a:pt x="643890" y="2876042"/>
                    <a:pt x="0" y="2232152"/>
                    <a:pt x="0" y="1438021"/>
                  </a:cubicBezTo>
                  <a:close/>
                </a:path>
              </a:pathLst>
            </a:custGeom>
            <a:solidFill>
              <a:srgbClr val="7CB342">
                <a:alpha val="392"/>
              </a:srgbClr>
            </a:soli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856235" y="3571180"/>
            <a:ext cx="171412" cy="171412"/>
            <a:chOff x="0" y="0"/>
            <a:chExt cx="228549" cy="228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00A8E8">
                <a:alpha val="6275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13183" y="2856938"/>
            <a:ext cx="142846" cy="142846"/>
            <a:chOff x="0" y="0"/>
            <a:chExt cx="190462" cy="1904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7CB342">
                <a:alpha val="6275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20513" y="3649742"/>
            <a:ext cx="2699814" cy="14288"/>
            <a:chOff x="0" y="0"/>
            <a:chExt cx="3599752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9688" cy="19050"/>
            </a:xfrm>
            <a:custGeom>
              <a:avLst/>
              <a:gdLst/>
              <a:ahLst/>
              <a:cxnLst/>
              <a:rect r="r" b="b" t="t" l="l"/>
              <a:pathLst>
                <a:path h="19050" w="3599688">
                  <a:moveTo>
                    <a:pt x="0" y="0"/>
                  </a:moveTo>
                  <a:lnTo>
                    <a:pt x="3599688" y="1905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631957" r="-1" b="-3631957"/>
              </a:stretch>
            </a:blip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</p:spTree>
  </p:cSld>
  <p:clrMapOvr>
    <a:masterClrMapping/>
  </p:clrMapOvr>
  <p:transition spd="med">
    <p:cover dir="rd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277" y="-70786"/>
            <a:ext cx="18967178" cy="10492857"/>
            <a:chOff x="0" y="0"/>
            <a:chExt cx="2479342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793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93422">
                  <a:moveTo>
                    <a:pt x="0" y="0"/>
                  </a:moveTo>
                  <a:lnTo>
                    <a:pt x="24793422" y="0"/>
                  </a:lnTo>
                  <a:lnTo>
                    <a:pt x="24793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83" r="0" b="-14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6250" y="619125"/>
            <a:ext cx="666750" cy="666750"/>
            <a:chOff x="0" y="0"/>
            <a:chExt cx="8890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190500" y="0"/>
                  </a:moveTo>
                  <a:lnTo>
                    <a:pt x="698500" y="0"/>
                  </a:lnTo>
                  <a:cubicBezTo>
                    <a:pt x="803656" y="0"/>
                    <a:pt x="889000" y="85344"/>
                    <a:pt x="889000" y="190500"/>
                  </a:cubicBezTo>
                  <a:lnTo>
                    <a:pt x="889000" y="698500"/>
                  </a:lnTo>
                  <a:cubicBezTo>
                    <a:pt x="889000" y="803656"/>
                    <a:pt x="803656" y="889000"/>
                    <a:pt x="698500" y="889000"/>
                  </a:cubicBezTo>
                  <a:lnTo>
                    <a:pt x="190500" y="889000"/>
                  </a:lnTo>
                  <a:cubicBezTo>
                    <a:pt x="85344" y="889000"/>
                    <a:pt x="0" y="803656"/>
                    <a:pt x="0" y="698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66750" y="80962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33500" y="424281"/>
            <a:ext cx="6510299" cy="528219"/>
            <a:chOff x="0" y="0"/>
            <a:chExt cx="7826375" cy="63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6376" cy="635000"/>
            </a:xfrm>
            <a:custGeom>
              <a:avLst/>
              <a:gdLst/>
              <a:ahLst/>
              <a:cxnLst/>
              <a:rect r="r" b="b" t="t" l="l"/>
              <a:pathLst>
                <a:path h="635000" w="7826376">
                  <a:moveTo>
                    <a:pt x="0" y="0"/>
                  </a:moveTo>
                  <a:lnTo>
                    <a:pt x="7826376" y="0"/>
                  </a:lnTo>
                  <a:lnTo>
                    <a:pt x="7826376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153" r="0" b="-1901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7826375" cy="59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b="true" sz="33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Significado da Logo VirtuaLab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" y="952500"/>
            <a:ext cx="5774531" cy="333375"/>
            <a:chOff x="0" y="0"/>
            <a:chExt cx="7699375" cy="444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99376" cy="444500"/>
            </a:xfrm>
            <a:custGeom>
              <a:avLst/>
              <a:gdLst/>
              <a:ahLst/>
              <a:cxnLst/>
              <a:rect r="r" b="b" t="t" l="l"/>
              <a:pathLst>
                <a:path h="444500" w="7699376">
                  <a:moveTo>
                    <a:pt x="0" y="0"/>
                  </a:moveTo>
                  <a:lnTo>
                    <a:pt x="7699376" y="0"/>
                  </a:lnTo>
                  <a:lnTo>
                    <a:pt x="76993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508" r="0" b="-28750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699375" cy="51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Cores, Elementos e Simbolismo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3500" y="1381125"/>
            <a:ext cx="1143000" cy="47625"/>
            <a:chOff x="0" y="0"/>
            <a:chExt cx="1524000" cy="63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0" cy="63500"/>
            </a:xfrm>
            <a:custGeom>
              <a:avLst/>
              <a:gdLst/>
              <a:ahLst/>
              <a:cxnLst/>
              <a:rect r="r" b="b" t="t" l="l"/>
              <a:pathLst>
                <a:path h="63500" w="1524000">
                  <a:moveTo>
                    <a:pt x="31750" y="0"/>
                  </a:moveTo>
                  <a:lnTo>
                    <a:pt x="1492250" y="0"/>
                  </a:lnTo>
                  <a:cubicBezTo>
                    <a:pt x="1509776" y="0"/>
                    <a:pt x="1524000" y="14224"/>
                    <a:pt x="1524000" y="31750"/>
                  </a:cubicBezTo>
                  <a:cubicBezTo>
                    <a:pt x="1524000" y="49276"/>
                    <a:pt x="1509776" y="63500"/>
                    <a:pt x="1492250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ubicBezTo>
                    <a:pt x="0" y="14224"/>
                    <a:pt x="14224" y="0"/>
                    <a:pt x="3175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69106" y="4983956"/>
            <a:ext cx="6836569" cy="4943475"/>
          </a:xfrm>
          <a:custGeom>
            <a:avLst/>
            <a:gdLst/>
            <a:ahLst/>
            <a:cxnLst/>
            <a:rect r="r" b="b" t="t" l="l"/>
            <a:pathLst>
              <a:path h="4943475" w="6836569">
                <a:moveTo>
                  <a:pt x="0" y="0"/>
                </a:moveTo>
                <a:lnTo>
                  <a:pt x="6836569" y="0"/>
                </a:lnTo>
                <a:lnTo>
                  <a:pt x="6836569" y="4943475"/>
                </a:lnTo>
                <a:lnTo>
                  <a:pt x="0" y="49434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7953" y="5300662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6"/>
                </a:lnTo>
                <a:lnTo>
                  <a:pt x="0" y="238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35844" y="5253038"/>
            <a:ext cx="6119812" cy="333375"/>
            <a:chOff x="0" y="0"/>
            <a:chExt cx="8159750" cy="444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59750" cy="444500"/>
            </a:xfrm>
            <a:custGeom>
              <a:avLst/>
              <a:gdLst/>
              <a:ahLst/>
              <a:cxnLst/>
              <a:rect r="r" b="b" t="t" l="l"/>
              <a:pathLst>
                <a:path h="444500" w="8159750">
                  <a:moveTo>
                    <a:pt x="0" y="0"/>
                  </a:moveTo>
                  <a:lnTo>
                    <a:pt x="8159750" y="0"/>
                  </a:lnTo>
                  <a:lnTo>
                    <a:pt x="815975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689" r="0" b="-3076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59750" cy="492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18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Elementos Visuais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34616" y="5904309"/>
            <a:ext cx="6305550" cy="792956"/>
          </a:xfrm>
          <a:custGeom>
            <a:avLst/>
            <a:gdLst/>
            <a:ahLst/>
            <a:cxnLst/>
            <a:rect r="r" b="b" t="t" l="l"/>
            <a:pathLst>
              <a:path h="792956" w="6305550">
                <a:moveTo>
                  <a:pt x="0" y="0"/>
                </a:moveTo>
                <a:lnTo>
                  <a:pt x="6305550" y="0"/>
                </a:lnTo>
                <a:lnTo>
                  <a:pt x="6305550" y="792957"/>
                </a:lnTo>
                <a:lnTo>
                  <a:pt x="0" y="7929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92969" y="6062662"/>
            <a:ext cx="476250" cy="476250"/>
            <a:chOff x="0" y="0"/>
            <a:chExt cx="635000" cy="63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35844" y="6205538"/>
            <a:ext cx="190500" cy="190500"/>
            <a:chOff x="0" y="0"/>
            <a:chExt cx="254000" cy="25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001" y="0"/>
              <a:ext cx="238125" cy="252508"/>
            </a:xfrm>
            <a:custGeom>
              <a:avLst/>
              <a:gdLst/>
              <a:ahLst/>
              <a:cxnLst/>
              <a:rect r="r" b="b" t="t" l="l"/>
              <a:pathLst>
                <a:path h="252508" w="238125">
                  <a:moveTo>
                    <a:pt x="118999" y="0"/>
                  </a:moveTo>
                  <a:cubicBezTo>
                    <a:pt x="121285" y="0"/>
                    <a:pt x="123571" y="508"/>
                    <a:pt x="125603" y="1397"/>
                  </a:cubicBezTo>
                  <a:lnTo>
                    <a:pt x="219075" y="41021"/>
                  </a:lnTo>
                  <a:cubicBezTo>
                    <a:pt x="229997" y="45593"/>
                    <a:pt x="238125" y="56388"/>
                    <a:pt x="238125" y="69342"/>
                  </a:cubicBezTo>
                  <a:cubicBezTo>
                    <a:pt x="237871" y="118491"/>
                    <a:pt x="217678" y="208534"/>
                    <a:pt x="132207" y="249555"/>
                  </a:cubicBezTo>
                  <a:cubicBezTo>
                    <a:pt x="123952" y="253492"/>
                    <a:pt x="114300" y="253492"/>
                    <a:pt x="106045" y="249555"/>
                  </a:cubicBezTo>
                  <a:cubicBezTo>
                    <a:pt x="20447" y="208661"/>
                    <a:pt x="254" y="118618"/>
                    <a:pt x="0" y="69469"/>
                  </a:cubicBezTo>
                  <a:cubicBezTo>
                    <a:pt x="0" y="56515"/>
                    <a:pt x="8128" y="45720"/>
                    <a:pt x="19050" y="41148"/>
                  </a:cubicBezTo>
                  <a:lnTo>
                    <a:pt x="112395" y="1397"/>
                  </a:lnTo>
                  <a:cubicBezTo>
                    <a:pt x="114427" y="508"/>
                    <a:pt x="116713" y="0"/>
                    <a:pt x="118999" y="0"/>
                  </a:cubicBezTo>
                  <a:close/>
                  <a:moveTo>
                    <a:pt x="118999" y="33147"/>
                  </a:moveTo>
                  <a:lnTo>
                    <a:pt x="118999" y="220726"/>
                  </a:lnTo>
                  <a:cubicBezTo>
                    <a:pt x="187452" y="187579"/>
                    <a:pt x="205867" y="114173"/>
                    <a:pt x="206248" y="70231"/>
                  </a:cubicBezTo>
                  <a:lnTo>
                    <a:pt x="118999" y="33147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12094" y="6062662"/>
            <a:ext cx="2452688" cy="278963"/>
            <a:chOff x="0" y="0"/>
            <a:chExt cx="3270250" cy="3719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70250" cy="371951"/>
            </a:xfrm>
            <a:custGeom>
              <a:avLst/>
              <a:gdLst/>
              <a:ahLst/>
              <a:cxnLst/>
              <a:rect r="r" b="b" t="t" l="l"/>
              <a:pathLst>
                <a:path h="371951" w="3270250">
                  <a:moveTo>
                    <a:pt x="0" y="0"/>
                  </a:moveTo>
                  <a:lnTo>
                    <a:pt x="3270250" y="0"/>
                  </a:lnTo>
                  <a:lnTo>
                    <a:pt x="3270250" y="371951"/>
                  </a:lnTo>
                  <a:lnTo>
                    <a:pt x="0" y="3719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8634" r="0" b="-11399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270250" cy="3910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Escudo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12094" y="6293914"/>
            <a:ext cx="2528849" cy="197374"/>
            <a:chOff x="0" y="0"/>
            <a:chExt cx="3254375" cy="25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4376" cy="254000"/>
            </a:xfrm>
            <a:custGeom>
              <a:avLst/>
              <a:gdLst/>
              <a:ahLst/>
              <a:cxnLst/>
              <a:rect r="r" b="b" t="t" l="l"/>
              <a:pathLst>
                <a:path h="254000" w="3254376">
                  <a:moveTo>
                    <a:pt x="0" y="0"/>
                  </a:moveTo>
                  <a:lnTo>
                    <a:pt x="3254376" y="0"/>
                  </a:lnTo>
                  <a:lnTo>
                    <a:pt x="32543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2543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Proteção e segurança da infraestrutura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734616" y="6832997"/>
            <a:ext cx="6305550" cy="792956"/>
          </a:xfrm>
          <a:custGeom>
            <a:avLst/>
            <a:gdLst/>
            <a:ahLst/>
            <a:cxnLst/>
            <a:rect r="r" b="b" t="t" l="l"/>
            <a:pathLst>
              <a:path h="792956" w="6305550">
                <a:moveTo>
                  <a:pt x="0" y="0"/>
                </a:moveTo>
                <a:lnTo>
                  <a:pt x="6305550" y="0"/>
                </a:lnTo>
                <a:lnTo>
                  <a:pt x="6305550" y="792956"/>
                </a:lnTo>
                <a:lnTo>
                  <a:pt x="0" y="792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892969" y="6991350"/>
            <a:ext cx="476250" cy="476250"/>
            <a:chOff x="0" y="0"/>
            <a:chExt cx="635000" cy="63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00A8E8">
                <a:alpha val="3922"/>
              </a:srgbClr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047750" y="7134225"/>
            <a:ext cx="166688" cy="190500"/>
          </a:xfrm>
          <a:custGeom>
            <a:avLst/>
            <a:gdLst/>
            <a:ahLst/>
            <a:cxnLst/>
            <a:rect r="r" b="b" t="t" l="l"/>
            <a:pathLst>
              <a:path h="190500" w="166688">
                <a:moveTo>
                  <a:pt x="0" y="0"/>
                </a:moveTo>
                <a:lnTo>
                  <a:pt x="166688" y="0"/>
                </a:lnTo>
                <a:lnTo>
                  <a:pt x="166688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512094" y="6991350"/>
            <a:ext cx="2119312" cy="238125"/>
            <a:chOff x="0" y="0"/>
            <a:chExt cx="2825750" cy="317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25750" cy="317500"/>
            </a:xfrm>
            <a:custGeom>
              <a:avLst/>
              <a:gdLst/>
              <a:ahLst/>
              <a:cxnLst/>
              <a:rect r="r" b="b" t="t" l="l"/>
              <a:pathLst>
                <a:path h="317500" w="2825750">
                  <a:moveTo>
                    <a:pt x="0" y="0"/>
                  </a:moveTo>
                  <a:lnTo>
                    <a:pt x="2825750" y="0"/>
                  </a:lnTo>
                  <a:lnTo>
                    <a:pt x="2825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825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Servidores Azuis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12094" y="7217344"/>
            <a:ext cx="2241602" cy="202631"/>
            <a:chOff x="0" y="0"/>
            <a:chExt cx="2809875" cy="25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09876" cy="254000"/>
            </a:xfrm>
            <a:custGeom>
              <a:avLst/>
              <a:gdLst/>
              <a:ahLst/>
              <a:cxnLst/>
              <a:rect r="r" b="b" t="t" l="l"/>
              <a:pathLst>
                <a:path h="254000" w="2809876">
                  <a:moveTo>
                    <a:pt x="0" y="0"/>
                  </a:moveTo>
                  <a:lnTo>
                    <a:pt x="2809876" y="0"/>
                  </a:lnTo>
                  <a:lnTo>
                    <a:pt x="28098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553" r="0" b="-1655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8098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Infraestrutura tecnológica central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734616" y="7761684"/>
            <a:ext cx="6305550" cy="792956"/>
          </a:xfrm>
          <a:custGeom>
            <a:avLst/>
            <a:gdLst/>
            <a:ahLst/>
            <a:cxnLst/>
            <a:rect r="r" b="b" t="t" l="l"/>
            <a:pathLst>
              <a:path h="792956" w="6305550">
                <a:moveTo>
                  <a:pt x="0" y="0"/>
                </a:moveTo>
                <a:lnTo>
                  <a:pt x="6305550" y="0"/>
                </a:lnTo>
                <a:lnTo>
                  <a:pt x="6305550" y="792957"/>
                </a:lnTo>
                <a:lnTo>
                  <a:pt x="0" y="7929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892969" y="7920038"/>
            <a:ext cx="476250" cy="476250"/>
            <a:chOff x="0" y="0"/>
            <a:chExt cx="635000" cy="635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7CB342">
                <a:alpha val="392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02569" y="7910512"/>
            <a:ext cx="2024062" cy="278963"/>
            <a:chOff x="0" y="0"/>
            <a:chExt cx="2698750" cy="3719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98750" cy="371951"/>
            </a:xfrm>
            <a:custGeom>
              <a:avLst/>
              <a:gdLst/>
              <a:ahLst/>
              <a:cxnLst/>
              <a:rect r="r" b="b" t="t" l="l"/>
              <a:pathLst>
                <a:path h="371951" w="2698750">
                  <a:moveTo>
                    <a:pt x="0" y="0"/>
                  </a:moveTo>
                  <a:lnTo>
                    <a:pt x="2698750" y="0"/>
                  </a:lnTo>
                  <a:lnTo>
                    <a:pt x="2698750" y="371951"/>
                  </a:lnTo>
                  <a:lnTo>
                    <a:pt x="0" y="3719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696" r="0" b="-840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698750" cy="3910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Quadrados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12094" y="8148018"/>
            <a:ext cx="2119312" cy="200645"/>
            <a:chOff x="0" y="0"/>
            <a:chExt cx="2682875" cy="254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82876" cy="254000"/>
            </a:xfrm>
            <a:custGeom>
              <a:avLst/>
              <a:gdLst/>
              <a:ahLst/>
              <a:cxnLst/>
              <a:rect r="r" b="b" t="t" l="l"/>
              <a:pathLst>
                <a:path h="254000" w="2682876">
                  <a:moveTo>
                    <a:pt x="0" y="0"/>
                  </a:moveTo>
                  <a:lnTo>
                    <a:pt x="2682876" y="0"/>
                  </a:lnTo>
                  <a:lnTo>
                    <a:pt x="26828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810" r="0" b="-1558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6828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Virtualização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734616" y="8690372"/>
            <a:ext cx="6305550" cy="792956"/>
          </a:xfrm>
          <a:custGeom>
            <a:avLst/>
            <a:gdLst/>
            <a:ahLst/>
            <a:cxnLst/>
            <a:rect r="r" b="b" t="t" l="l"/>
            <a:pathLst>
              <a:path h="792956" w="6305550">
                <a:moveTo>
                  <a:pt x="0" y="0"/>
                </a:moveTo>
                <a:lnTo>
                  <a:pt x="6305550" y="0"/>
                </a:lnTo>
                <a:lnTo>
                  <a:pt x="6305550" y="792956"/>
                </a:lnTo>
                <a:lnTo>
                  <a:pt x="0" y="792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892969" y="8848725"/>
            <a:ext cx="476250" cy="476250"/>
            <a:chOff x="0" y="0"/>
            <a:chExt cx="635000" cy="635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5000" cy="635000"/>
            </a:xfrm>
            <a:custGeom>
              <a:avLst/>
              <a:gdLst/>
              <a:ahLst/>
              <a:cxnLst/>
              <a:rect r="r" b="b" t="t" l="l"/>
              <a:pathLst>
                <a:path h="635000" w="635000">
                  <a:moveTo>
                    <a:pt x="317500" y="0"/>
                  </a:moveTo>
                  <a:cubicBezTo>
                    <a:pt x="492760" y="0"/>
                    <a:pt x="635000" y="142240"/>
                    <a:pt x="635000" y="317500"/>
                  </a:cubicBezTo>
                  <a:cubicBezTo>
                    <a:pt x="635000" y="492760"/>
                    <a:pt x="492760" y="635000"/>
                    <a:pt x="317500" y="635000"/>
                  </a:cubicBezTo>
                  <a:cubicBezTo>
                    <a:pt x="142240" y="635000"/>
                    <a:pt x="0" y="492760"/>
                    <a:pt x="0" y="317500"/>
                  </a:cubicBezTo>
                  <a:cubicBezTo>
                    <a:pt x="0" y="142240"/>
                    <a:pt x="142240" y="0"/>
                    <a:pt x="317500" y="0"/>
                  </a:cubicBezTo>
                  <a:close/>
                </a:path>
              </a:pathLst>
            </a:custGeom>
            <a:solidFill>
              <a:srgbClr val="00A8E8">
                <a:alpha val="3922"/>
              </a:srgbClr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035844" y="8991600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512094" y="8848725"/>
            <a:ext cx="2071688" cy="238125"/>
            <a:chOff x="0" y="0"/>
            <a:chExt cx="2762250" cy="3175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62250" cy="317500"/>
            </a:xfrm>
            <a:custGeom>
              <a:avLst/>
              <a:gdLst/>
              <a:ahLst/>
              <a:cxnLst/>
              <a:rect r="r" b="b" t="t" l="l"/>
              <a:pathLst>
                <a:path h="31750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7622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Anel Orbital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12094" y="9078516"/>
            <a:ext cx="2149897" cy="198834"/>
            <a:chOff x="0" y="0"/>
            <a:chExt cx="2746375" cy="254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46376" cy="254000"/>
            </a:xfrm>
            <a:custGeom>
              <a:avLst/>
              <a:gdLst/>
              <a:ahLst/>
              <a:cxnLst/>
              <a:rect r="r" b="b" t="t" l="l"/>
              <a:pathLst>
                <a:path h="254000" w="2746376">
                  <a:moveTo>
                    <a:pt x="0" y="0"/>
                  </a:moveTo>
                  <a:lnTo>
                    <a:pt x="2746376" y="0"/>
                  </a:lnTo>
                  <a:lnTo>
                    <a:pt x="2746376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0681" r="0" b="-16068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74637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Movimento contínuo e inovação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7479468" y="1707356"/>
            <a:ext cx="10337006" cy="7539038"/>
          </a:xfrm>
          <a:custGeom>
            <a:avLst/>
            <a:gdLst/>
            <a:ahLst/>
            <a:cxnLst/>
            <a:rect r="r" b="b" t="t" l="l"/>
            <a:pathLst>
              <a:path h="7539038" w="10337006">
                <a:moveTo>
                  <a:pt x="0" y="0"/>
                </a:moveTo>
                <a:lnTo>
                  <a:pt x="10337006" y="0"/>
                </a:lnTo>
                <a:lnTo>
                  <a:pt x="10337006" y="7539038"/>
                </a:lnTo>
                <a:lnTo>
                  <a:pt x="0" y="753903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7784268" y="20240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8105737" y="1976438"/>
            <a:ext cx="9584531" cy="381000"/>
            <a:chOff x="0" y="0"/>
            <a:chExt cx="12779375" cy="508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779376" cy="508000"/>
            </a:xfrm>
            <a:custGeom>
              <a:avLst/>
              <a:gdLst/>
              <a:ahLst/>
              <a:cxnLst/>
              <a:rect r="r" b="b" t="t" l="l"/>
              <a:pathLst>
                <a:path h="508000" w="12779376">
                  <a:moveTo>
                    <a:pt x="0" y="0"/>
                  </a:moveTo>
                  <a:lnTo>
                    <a:pt x="12779376" y="0"/>
                  </a:lnTo>
                  <a:lnTo>
                    <a:pt x="12779376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0170" r="0" b="-44017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2779375" cy="53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b="true" sz="2250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Paleta de Cores - Significado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796174" y="2547938"/>
            <a:ext cx="9751219" cy="2047875"/>
            <a:chOff x="0" y="0"/>
            <a:chExt cx="13001625" cy="27305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001625" cy="2730500"/>
            </a:xfrm>
            <a:custGeom>
              <a:avLst/>
              <a:gdLst/>
              <a:ahLst/>
              <a:cxnLst/>
              <a:rect r="r" b="b" t="t" l="l"/>
              <a:pathLst>
                <a:path h="2730500" w="13001625">
                  <a:moveTo>
                    <a:pt x="127000" y="0"/>
                  </a:moveTo>
                  <a:lnTo>
                    <a:pt x="12811125" y="0"/>
                  </a:lnTo>
                  <a:cubicBezTo>
                    <a:pt x="12916281" y="0"/>
                    <a:pt x="13001625" y="85344"/>
                    <a:pt x="13001625" y="190500"/>
                  </a:cubicBezTo>
                  <a:lnTo>
                    <a:pt x="13001625" y="2540000"/>
                  </a:lnTo>
                  <a:cubicBezTo>
                    <a:pt x="13001625" y="2645156"/>
                    <a:pt x="12916281" y="2730500"/>
                    <a:pt x="12811125" y="2730500"/>
                  </a:cubicBezTo>
                  <a:lnTo>
                    <a:pt x="127000" y="2730500"/>
                  </a:lnTo>
                  <a:cubicBezTo>
                    <a:pt x="56896" y="2730500"/>
                    <a:pt x="0" y="2673604"/>
                    <a:pt x="0" y="2603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796174" y="2547938"/>
            <a:ext cx="95250" cy="2047875"/>
            <a:chOff x="0" y="0"/>
            <a:chExt cx="127000" cy="27305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7000" cy="2730500"/>
            </a:xfrm>
            <a:custGeom>
              <a:avLst/>
              <a:gdLst/>
              <a:ahLst/>
              <a:cxnLst/>
              <a:rect r="r" b="b" t="t" l="l"/>
              <a:pathLst>
                <a:path h="2730500" w="127000">
                  <a:moveTo>
                    <a:pt x="127000" y="0"/>
                  </a:moveTo>
                  <a:lnTo>
                    <a:pt x="127000" y="2730500"/>
                  </a:lnTo>
                  <a:cubicBezTo>
                    <a:pt x="56896" y="2730500"/>
                    <a:pt x="0" y="2673604"/>
                    <a:pt x="0" y="2603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8909C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8020012" y="2724150"/>
            <a:ext cx="790575" cy="790575"/>
          </a:xfrm>
          <a:custGeom>
            <a:avLst/>
            <a:gdLst/>
            <a:ahLst/>
            <a:cxnLst/>
            <a:rect r="r" b="b" t="t" l="l"/>
            <a:pathLst>
              <a:path h="790575" w="790575">
                <a:moveTo>
                  <a:pt x="0" y="0"/>
                </a:moveTo>
                <a:lnTo>
                  <a:pt x="790575" y="0"/>
                </a:lnTo>
                <a:lnTo>
                  <a:pt x="790575" y="790575"/>
                </a:lnTo>
                <a:lnTo>
                  <a:pt x="0" y="790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8086916" y="3000375"/>
            <a:ext cx="666750" cy="238125"/>
            <a:chOff x="0" y="0"/>
            <a:chExt cx="889000" cy="3175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89000" cy="317500"/>
            </a:xfrm>
            <a:custGeom>
              <a:avLst/>
              <a:gdLst/>
              <a:ahLst/>
              <a:cxnLst/>
              <a:rect r="r" b="b" t="t" l="l"/>
              <a:pathLst>
                <a:path h="317500" w="889000">
                  <a:moveTo>
                    <a:pt x="0" y="0"/>
                  </a:moveTo>
                  <a:lnTo>
                    <a:pt x="889000" y="0"/>
                  </a:lnTo>
                  <a:lnTo>
                    <a:pt x="8890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889000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#FFFFFF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986799" y="2809875"/>
            <a:ext cx="2762250" cy="333375"/>
            <a:chOff x="0" y="0"/>
            <a:chExt cx="3683000" cy="4445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83000" cy="444500"/>
            </a:xfrm>
            <a:custGeom>
              <a:avLst/>
              <a:gdLst/>
              <a:ahLst/>
              <a:cxnLst/>
              <a:rect r="r" b="b" t="t" l="l"/>
              <a:pathLst>
                <a:path h="4445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3683000" cy="492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18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BRANCO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986799" y="3119438"/>
            <a:ext cx="2966641" cy="309563"/>
            <a:chOff x="0" y="0"/>
            <a:chExt cx="3651250" cy="381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1250" cy="381000"/>
            </a:xfrm>
            <a:custGeom>
              <a:avLst/>
              <a:gdLst/>
              <a:ahLst/>
              <a:cxnLst/>
              <a:rect r="r" b="b" t="t" l="l"/>
              <a:pathLst>
                <a:path h="381000" w="3651250">
                  <a:moveTo>
                    <a:pt x="0" y="0"/>
                  </a:moveTo>
                  <a:lnTo>
                    <a:pt x="3651250" y="0"/>
                  </a:lnTo>
                  <a:lnTo>
                    <a:pt x="3651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3651250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Pureza, Transparência, Inovação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034299" y="3643312"/>
            <a:ext cx="3012281" cy="762000"/>
            <a:chOff x="0" y="0"/>
            <a:chExt cx="4016375" cy="1016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81" id="81"/>
          <p:cNvSpPr/>
          <p:nvPr/>
        </p:nvSpPr>
        <p:spPr>
          <a:xfrm flipH="false" flipV="false" rot="0">
            <a:off x="8200987" y="3821906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7" y="0"/>
                </a:lnTo>
                <a:lnTo>
                  <a:pt x="166687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8391487" y="3786188"/>
            <a:ext cx="2595562" cy="238125"/>
            <a:chOff x="0" y="0"/>
            <a:chExt cx="3460750" cy="3175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Tecnologia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177174" y="4071938"/>
            <a:ext cx="2797969" cy="190500"/>
            <a:chOff x="0" y="0"/>
            <a:chExt cx="3730625" cy="254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Base limpa para inovação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190199" y="3643312"/>
            <a:ext cx="3012281" cy="762000"/>
            <a:chOff x="0" y="0"/>
            <a:chExt cx="4016375" cy="1016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90" id="90"/>
          <p:cNvSpPr/>
          <p:nvPr/>
        </p:nvSpPr>
        <p:spPr>
          <a:xfrm flipH="false" flipV="false" rot="0">
            <a:off x="11356886" y="3821906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8" y="0"/>
                </a:lnTo>
                <a:lnTo>
                  <a:pt x="16668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1547386" y="3786188"/>
            <a:ext cx="2595562" cy="238125"/>
            <a:chOff x="0" y="0"/>
            <a:chExt cx="3460750" cy="3175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Economia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333074" y="4071938"/>
            <a:ext cx="2797969" cy="190500"/>
            <a:chOff x="0" y="0"/>
            <a:chExt cx="3730625" cy="2540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Eficiência e otimização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346098" y="3643312"/>
            <a:ext cx="3012281" cy="762000"/>
            <a:chOff x="0" y="0"/>
            <a:chExt cx="4016375" cy="10160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14512785" y="3821906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8" y="0"/>
                </a:lnTo>
                <a:lnTo>
                  <a:pt x="16668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4703285" y="3786188"/>
            <a:ext cx="2595562" cy="238125"/>
            <a:chOff x="0" y="0"/>
            <a:chExt cx="3460750" cy="3175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Sustentabilidade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488973" y="4071938"/>
            <a:ext cx="2797969" cy="190500"/>
            <a:chOff x="0" y="0"/>
            <a:chExt cx="3730625" cy="2540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Começo de um ciclo novo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796174" y="4738688"/>
            <a:ext cx="9751219" cy="2047875"/>
            <a:chOff x="0" y="0"/>
            <a:chExt cx="13001625" cy="27305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3001625" cy="2730500"/>
            </a:xfrm>
            <a:custGeom>
              <a:avLst/>
              <a:gdLst/>
              <a:ahLst/>
              <a:cxnLst/>
              <a:rect r="r" b="b" t="t" l="l"/>
              <a:pathLst>
                <a:path h="2730500" w="13001625">
                  <a:moveTo>
                    <a:pt x="127000" y="0"/>
                  </a:moveTo>
                  <a:lnTo>
                    <a:pt x="12811125" y="0"/>
                  </a:lnTo>
                  <a:cubicBezTo>
                    <a:pt x="12916281" y="0"/>
                    <a:pt x="13001625" y="85344"/>
                    <a:pt x="13001625" y="190500"/>
                  </a:cubicBezTo>
                  <a:lnTo>
                    <a:pt x="13001625" y="2540000"/>
                  </a:lnTo>
                  <a:cubicBezTo>
                    <a:pt x="13001625" y="2645156"/>
                    <a:pt x="12916281" y="2730500"/>
                    <a:pt x="12811125" y="2730500"/>
                  </a:cubicBezTo>
                  <a:lnTo>
                    <a:pt x="127000" y="2730500"/>
                  </a:lnTo>
                  <a:cubicBezTo>
                    <a:pt x="56896" y="2730500"/>
                    <a:pt x="0" y="2673604"/>
                    <a:pt x="0" y="2603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7796174" y="4738688"/>
            <a:ext cx="95250" cy="2047875"/>
            <a:chOff x="0" y="0"/>
            <a:chExt cx="127000" cy="27305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27000" cy="2730500"/>
            </a:xfrm>
            <a:custGeom>
              <a:avLst/>
              <a:gdLst/>
              <a:ahLst/>
              <a:cxnLst/>
              <a:rect r="r" b="b" t="t" l="l"/>
              <a:pathLst>
                <a:path h="2730500" w="127000">
                  <a:moveTo>
                    <a:pt x="127000" y="0"/>
                  </a:moveTo>
                  <a:lnTo>
                    <a:pt x="127000" y="2730500"/>
                  </a:lnTo>
                  <a:cubicBezTo>
                    <a:pt x="56896" y="2730500"/>
                    <a:pt x="0" y="2673604"/>
                    <a:pt x="0" y="2603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034299" y="4929188"/>
            <a:ext cx="762000" cy="762000"/>
            <a:chOff x="0" y="0"/>
            <a:chExt cx="1016000" cy="1016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190500" y="0"/>
                  </a:moveTo>
                  <a:lnTo>
                    <a:pt x="825500" y="0"/>
                  </a:lnTo>
                  <a:cubicBezTo>
                    <a:pt x="930656" y="0"/>
                    <a:pt x="1016000" y="85344"/>
                    <a:pt x="1016000" y="190500"/>
                  </a:cubicBezTo>
                  <a:lnTo>
                    <a:pt x="1016000" y="825500"/>
                  </a:lnTo>
                  <a:cubicBezTo>
                    <a:pt x="1016000" y="930656"/>
                    <a:pt x="930656" y="1016000"/>
                    <a:pt x="825500" y="1016000"/>
                  </a:cubicBezTo>
                  <a:lnTo>
                    <a:pt x="190500" y="1016000"/>
                  </a:lnTo>
                  <a:cubicBezTo>
                    <a:pt x="85344" y="1016000"/>
                    <a:pt x="0" y="930656"/>
                    <a:pt x="0" y="825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8065741" y="5191125"/>
            <a:ext cx="785812" cy="238125"/>
            <a:chOff x="0" y="0"/>
            <a:chExt cx="1047750" cy="3175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47750" cy="317500"/>
            </a:xfrm>
            <a:custGeom>
              <a:avLst/>
              <a:gdLst/>
              <a:ahLst/>
              <a:cxnLst/>
              <a:rect r="r" b="b" t="t" l="l"/>
              <a:pathLst>
                <a:path h="317500" w="1047750">
                  <a:moveTo>
                    <a:pt x="0" y="0"/>
                  </a:moveTo>
                  <a:lnTo>
                    <a:pt x="1047750" y="0"/>
                  </a:lnTo>
                  <a:lnTo>
                    <a:pt x="1047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1047750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#00A8E8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8986799" y="5000625"/>
            <a:ext cx="3202781" cy="333375"/>
            <a:chOff x="0" y="0"/>
            <a:chExt cx="4270375" cy="4445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270376" cy="444500"/>
            </a:xfrm>
            <a:custGeom>
              <a:avLst/>
              <a:gdLst/>
              <a:ahLst/>
              <a:cxnLst/>
              <a:rect r="r" b="b" t="t" l="l"/>
              <a:pathLst>
                <a:path h="444500" w="4270376">
                  <a:moveTo>
                    <a:pt x="0" y="0"/>
                  </a:moveTo>
                  <a:lnTo>
                    <a:pt x="4270376" y="0"/>
                  </a:lnTo>
                  <a:lnTo>
                    <a:pt x="42703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95" r="0" b="-13719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4270375" cy="492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18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AZUL CLARO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986799" y="5310188"/>
            <a:ext cx="3443883" cy="309563"/>
            <a:chOff x="0" y="0"/>
            <a:chExt cx="4238625" cy="3810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238626" cy="381000"/>
            </a:xfrm>
            <a:custGeom>
              <a:avLst/>
              <a:gdLst/>
              <a:ahLst/>
              <a:cxnLst/>
              <a:rect r="r" b="b" t="t" l="l"/>
              <a:pathLst>
                <a:path h="381000" w="4238626">
                  <a:moveTo>
                    <a:pt x="0" y="0"/>
                  </a:moveTo>
                  <a:lnTo>
                    <a:pt x="4238626" y="0"/>
                  </a:lnTo>
                  <a:lnTo>
                    <a:pt x="423862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6771" r="0" b="-16677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66675"/>
              <a:ext cx="423862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Tecnologia, Confiança, Conectividade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8034299" y="5834062"/>
            <a:ext cx="3012281" cy="762000"/>
            <a:chOff x="0" y="0"/>
            <a:chExt cx="4016375" cy="10160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A8E8">
                <a:alpha val="784"/>
              </a:srgbClr>
            </a:solidFill>
          </p:spPr>
        </p:sp>
      </p:grpSp>
      <p:sp>
        <p:nvSpPr>
          <p:cNvPr name="Freeform 123" id="123"/>
          <p:cNvSpPr/>
          <p:nvPr/>
        </p:nvSpPr>
        <p:spPr>
          <a:xfrm flipH="false" flipV="false" rot="0">
            <a:off x="8211407" y="6012656"/>
            <a:ext cx="145847" cy="166688"/>
          </a:xfrm>
          <a:custGeom>
            <a:avLst/>
            <a:gdLst/>
            <a:ahLst/>
            <a:cxnLst/>
            <a:rect r="r" b="b" t="t" l="l"/>
            <a:pathLst>
              <a:path h="166688" w="145847">
                <a:moveTo>
                  <a:pt x="0" y="0"/>
                </a:moveTo>
                <a:lnTo>
                  <a:pt x="145847" y="0"/>
                </a:lnTo>
                <a:lnTo>
                  <a:pt x="145847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4" id="124"/>
          <p:cNvGrpSpPr/>
          <p:nvPr/>
        </p:nvGrpSpPr>
        <p:grpSpPr>
          <a:xfrm rot="0">
            <a:off x="8391487" y="5976938"/>
            <a:ext cx="2595562" cy="238125"/>
            <a:chOff x="0" y="0"/>
            <a:chExt cx="3460750" cy="3175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Tecnologia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8177174" y="6262688"/>
            <a:ext cx="2797969" cy="190500"/>
            <a:chOff x="0" y="0"/>
            <a:chExt cx="3730625" cy="2540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Infraestrutura de virtualização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1190199" y="5834062"/>
            <a:ext cx="3012281" cy="762000"/>
            <a:chOff x="0" y="0"/>
            <a:chExt cx="4016375" cy="10160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A8E8">
                <a:alpha val="784"/>
              </a:srgbClr>
            </a:solidFill>
          </p:spPr>
        </p:sp>
      </p:grpSp>
      <p:sp>
        <p:nvSpPr>
          <p:cNvPr name="Freeform 132" id="132"/>
          <p:cNvSpPr/>
          <p:nvPr/>
        </p:nvSpPr>
        <p:spPr>
          <a:xfrm flipH="false" flipV="false" rot="0">
            <a:off x="11346466" y="6012656"/>
            <a:ext cx="187528" cy="166688"/>
          </a:xfrm>
          <a:custGeom>
            <a:avLst/>
            <a:gdLst/>
            <a:ahLst/>
            <a:cxnLst/>
            <a:rect r="r" b="b" t="t" l="l"/>
            <a:pathLst>
              <a:path h="166688" w="187528">
                <a:moveTo>
                  <a:pt x="0" y="0"/>
                </a:moveTo>
                <a:lnTo>
                  <a:pt x="187528" y="0"/>
                </a:lnTo>
                <a:lnTo>
                  <a:pt x="18752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1547386" y="5976938"/>
            <a:ext cx="2595562" cy="238125"/>
            <a:chOff x="0" y="0"/>
            <a:chExt cx="3460750" cy="3175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Economia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333074" y="6262688"/>
            <a:ext cx="2797969" cy="190500"/>
            <a:chOff x="0" y="0"/>
            <a:chExt cx="3730625" cy="2540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Confiança e credibilidade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346098" y="5834062"/>
            <a:ext cx="3012281" cy="762000"/>
            <a:chOff x="0" y="0"/>
            <a:chExt cx="4016375" cy="10160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A8E8">
                <a:alpha val="784"/>
              </a:srgbClr>
            </a:solidFill>
          </p:spPr>
        </p:sp>
      </p:grpSp>
      <p:sp>
        <p:nvSpPr>
          <p:cNvPr name="Freeform 141" id="141"/>
          <p:cNvSpPr/>
          <p:nvPr/>
        </p:nvSpPr>
        <p:spPr>
          <a:xfrm flipH="false" flipV="false" rot="0">
            <a:off x="14502374" y="6012656"/>
            <a:ext cx="187528" cy="166688"/>
          </a:xfrm>
          <a:custGeom>
            <a:avLst/>
            <a:gdLst/>
            <a:ahLst/>
            <a:cxnLst/>
            <a:rect r="r" b="b" t="t" l="l"/>
            <a:pathLst>
              <a:path h="166688" w="187528">
                <a:moveTo>
                  <a:pt x="0" y="0"/>
                </a:moveTo>
                <a:lnTo>
                  <a:pt x="187529" y="0"/>
                </a:lnTo>
                <a:lnTo>
                  <a:pt x="187529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2" id="142"/>
          <p:cNvGrpSpPr/>
          <p:nvPr/>
        </p:nvGrpSpPr>
        <p:grpSpPr>
          <a:xfrm rot="0">
            <a:off x="14703285" y="5976938"/>
            <a:ext cx="2595562" cy="238125"/>
            <a:chOff x="0" y="0"/>
            <a:chExt cx="3460750" cy="3175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Sustentabilidade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4488973" y="6262688"/>
            <a:ext cx="2797969" cy="190500"/>
            <a:chOff x="0" y="0"/>
            <a:chExt cx="3730625" cy="2540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Conexões que unem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7796174" y="6929438"/>
            <a:ext cx="9751219" cy="2047875"/>
            <a:chOff x="0" y="0"/>
            <a:chExt cx="13001625" cy="27305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3001625" cy="2730500"/>
            </a:xfrm>
            <a:custGeom>
              <a:avLst/>
              <a:gdLst/>
              <a:ahLst/>
              <a:cxnLst/>
              <a:rect r="r" b="b" t="t" l="l"/>
              <a:pathLst>
                <a:path h="2730500" w="13001625">
                  <a:moveTo>
                    <a:pt x="127000" y="0"/>
                  </a:moveTo>
                  <a:lnTo>
                    <a:pt x="12811125" y="0"/>
                  </a:lnTo>
                  <a:cubicBezTo>
                    <a:pt x="12916281" y="0"/>
                    <a:pt x="13001625" y="85344"/>
                    <a:pt x="13001625" y="190500"/>
                  </a:cubicBezTo>
                  <a:lnTo>
                    <a:pt x="13001625" y="2540000"/>
                  </a:lnTo>
                  <a:cubicBezTo>
                    <a:pt x="13001625" y="2645156"/>
                    <a:pt x="12916281" y="2730500"/>
                    <a:pt x="12811125" y="2730500"/>
                  </a:cubicBezTo>
                  <a:lnTo>
                    <a:pt x="127000" y="2730500"/>
                  </a:lnTo>
                  <a:cubicBezTo>
                    <a:pt x="56896" y="2730500"/>
                    <a:pt x="0" y="2673604"/>
                    <a:pt x="0" y="2603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7796174" y="6929438"/>
            <a:ext cx="95250" cy="2047875"/>
            <a:chOff x="0" y="0"/>
            <a:chExt cx="127000" cy="27305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27000" cy="2730500"/>
            </a:xfrm>
            <a:custGeom>
              <a:avLst/>
              <a:gdLst/>
              <a:ahLst/>
              <a:cxnLst/>
              <a:rect r="r" b="b" t="t" l="l"/>
              <a:pathLst>
                <a:path h="2730500" w="127000">
                  <a:moveTo>
                    <a:pt x="127000" y="0"/>
                  </a:moveTo>
                  <a:lnTo>
                    <a:pt x="127000" y="2730500"/>
                  </a:lnTo>
                  <a:cubicBezTo>
                    <a:pt x="56896" y="2730500"/>
                    <a:pt x="0" y="2673604"/>
                    <a:pt x="0" y="26035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8034299" y="7119938"/>
            <a:ext cx="762000" cy="762000"/>
            <a:chOff x="0" y="0"/>
            <a:chExt cx="1016000" cy="10160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190500" y="0"/>
                  </a:moveTo>
                  <a:lnTo>
                    <a:pt x="825500" y="0"/>
                  </a:lnTo>
                  <a:cubicBezTo>
                    <a:pt x="930656" y="0"/>
                    <a:pt x="1016000" y="85344"/>
                    <a:pt x="1016000" y="190500"/>
                  </a:cubicBezTo>
                  <a:lnTo>
                    <a:pt x="1016000" y="825500"/>
                  </a:lnTo>
                  <a:cubicBezTo>
                    <a:pt x="1016000" y="930656"/>
                    <a:pt x="930656" y="1016000"/>
                    <a:pt x="825500" y="1016000"/>
                  </a:cubicBezTo>
                  <a:lnTo>
                    <a:pt x="190500" y="1016000"/>
                  </a:lnTo>
                  <a:cubicBezTo>
                    <a:pt x="85344" y="1016000"/>
                    <a:pt x="0" y="930656"/>
                    <a:pt x="0" y="825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8096440" y="7381875"/>
            <a:ext cx="726281" cy="238125"/>
            <a:chOff x="0" y="0"/>
            <a:chExt cx="968375" cy="3175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968374" cy="317500"/>
            </a:xfrm>
            <a:custGeom>
              <a:avLst/>
              <a:gdLst/>
              <a:ahLst/>
              <a:cxnLst/>
              <a:rect r="r" b="b" t="t" l="l"/>
              <a:pathLst>
                <a:path h="317500" w="968374">
                  <a:moveTo>
                    <a:pt x="0" y="0"/>
                  </a:moveTo>
                  <a:lnTo>
                    <a:pt x="968374" y="0"/>
                  </a:lnTo>
                  <a:lnTo>
                    <a:pt x="968374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29" r="0" b="-9429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968375" cy="34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312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#7CB342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8986799" y="7191375"/>
            <a:ext cx="3488531" cy="333375"/>
            <a:chOff x="0" y="0"/>
            <a:chExt cx="4651375" cy="44450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651376" cy="444500"/>
            </a:xfrm>
            <a:custGeom>
              <a:avLst/>
              <a:gdLst/>
              <a:ahLst/>
              <a:cxnLst/>
              <a:rect r="r" b="b" t="t" l="l"/>
              <a:pathLst>
                <a:path h="444500" w="4651376">
                  <a:moveTo>
                    <a:pt x="0" y="0"/>
                  </a:moveTo>
                  <a:lnTo>
                    <a:pt x="4651376" y="0"/>
                  </a:lnTo>
                  <a:lnTo>
                    <a:pt x="46513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3897" r="0" b="-153897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4651375" cy="492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18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VERDE LIMA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8986799" y="7508548"/>
            <a:ext cx="3661172" cy="301952"/>
            <a:chOff x="0" y="0"/>
            <a:chExt cx="4619625" cy="3810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619626" cy="381000"/>
            </a:xfrm>
            <a:custGeom>
              <a:avLst/>
              <a:gdLst/>
              <a:ahLst/>
              <a:cxnLst/>
              <a:rect r="r" b="b" t="t" l="l"/>
              <a:pathLst>
                <a:path h="381000" w="4619626">
                  <a:moveTo>
                    <a:pt x="0" y="0"/>
                  </a:moveTo>
                  <a:lnTo>
                    <a:pt x="4619626" y="0"/>
                  </a:lnTo>
                  <a:lnTo>
                    <a:pt x="4619626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66675"/>
              <a:ext cx="4619625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Sustentabilidade, Crescimento, Eficiência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8034299" y="8024812"/>
            <a:ext cx="3012281" cy="762000"/>
            <a:chOff x="0" y="0"/>
            <a:chExt cx="4016375" cy="10160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CB342">
                <a:alpha val="784"/>
              </a:srgbClr>
            </a:solidFill>
          </p:spPr>
        </p:sp>
      </p:grpSp>
      <p:sp>
        <p:nvSpPr>
          <p:cNvPr name="Freeform 165" id="165"/>
          <p:cNvSpPr/>
          <p:nvPr/>
        </p:nvSpPr>
        <p:spPr>
          <a:xfrm flipH="false" flipV="false" rot="0">
            <a:off x="8200987" y="8203406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7" y="0"/>
                </a:lnTo>
                <a:lnTo>
                  <a:pt x="166687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6" id="166"/>
          <p:cNvGrpSpPr/>
          <p:nvPr/>
        </p:nvGrpSpPr>
        <p:grpSpPr>
          <a:xfrm rot="0">
            <a:off x="8391487" y="8167688"/>
            <a:ext cx="2595562" cy="238125"/>
            <a:chOff x="0" y="0"/>
            <a:chExt cx="3460750" cy="31750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Tecnologia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8177174" y="8453438"/>
            <a:ext cx="2797969" cy="190500"/>
            <a:chOff x="0" y="0"/>
            <a:chExt cx="3730625" cy="2540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Reaproveitamento de hardware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1190199" y="8024812"/>
            <a:ext cx="3012281" cy="762000"/>
            <a:chOff x="0" y="0"/>
            <a:chExt cx="4016375" cy="101600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CB342">
                <a:alpha val="784"/>
              </a:srgbClr>
            </a:solidFill>
          </p:spPr>
        </p:sp>
      </p:grpSp>
      <p:sp>
        <p:nvSpPr>
          <p:cNvPr name="Freeform 174" id="174"/>
          <p:cNvSpPr/>
          <p:nvPr/>
        </p:nvSpPr>
        <p:spPr>
          <a:xfrm flipH="false" flipV="false" rot="0">
            <a:off x="11388147" y="8203406"/>
            <a:ext cx="104175" cy="166688"/>
          </a:xfrm>
          <a:custGeom>
            <a:avLst/>
            <a:gdLst/>
            <a:ahLst/>
            <a:cxnLst/>
            <a:rect r="r" b="b" t="t" l="l"/>
            <a:pathLst>
              <a:path h="166688" w="104175">
                <a:moveTo>
                  <a:pt x="0" y="0"/>
                </a:moveTo>
                <a:lnTo>
                  <a:pt x="104175" y="0"/>
                </a:lnTo>
                <a:lnTo>
                  <a:pt x="104175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5" id="175"/>
          <p:cNvGrpSpPr/>
          <p:nvPr/>
        </p:nvGrpSpPr>
        <p:grpSpPr>
          <a:xfrm rot="0">
            <a:off x="11547386" y="8167688"/>
            <a:ext cx="2595562" cy="238125"/>
            <a:chOff x="0" y="0"/>
            <a:chExt cx="3460750" cy="3175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Economia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1333074" y="8453438"/>
            <a:ext cx="2797969" cy="190500"/>
            <a:chOff x="0" y="0"/>
            <a:chExt cx="3730625" cy="25400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Crescimento sustentável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4346098" y="8024812"/>
            <a:ext cx="3012281" cy="762000"/>
            <a:chOff x="0" y="0"/>
            <a:chExt cx="4016375" cy="101600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4016375" cy="1016000"/>
            </a:xfrm>
            <a:custGeom>
              <a:avLst/>
              <a:gdLst/>
              <a:ahLst/>
              <a:cxnLst/>
              <a:rect r="r" b="b" t="t" l="l"/>
              <a:pathLst>
                <a:path h="1016000" w="4016375">
                  <a:moveTo>
                    <a:pt x="127000" y="0"/>
                  </a:moveTo>
                  <a:lnTo>
                    <a:pt x="3889375" y="0"/>
                  </a:lnTo>
                  <a:cubicBezTo>
                    <a:pt x="3959479" y="0"/>
                    <a:pt x="4016375" y="56896"/>
                    <a:pt x="4016375" y="127000"/>
                  </a:cubicBezTo>
                  <a:lnTo>
                    <a:pt x="4016375" y="889000"/>
                  </a:lnTo>
                  <a:cubicBezTo>
                    <a:pt x="4016375" y="959104"/>
                    <a:pt x="3959479" y="1016000"/>
                    <a:pt x="3889375" y="1016000"/>
                  </a:cubicBezTo>
                  <a:lnTo>
                    <a:pt x="127000" y="1016000"/>
                  </a:lnTo>
                  <a:cubicBezTo>
                    <a:pt x="56896" y="1016000"/>
                    <a:pt x="0" y="959104"/>
                    <a:pt x="0" y="88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7CB342">
                <a:alpha val="784"/>
              </a:srgbClr>
            </a:solidFill>
          </p:spPr>
        </p:sp>
      </p:grpSp>
      <p:sp>
        <p:nvSpPr>
          <p:cNvPr name="Freeform 183" id="183"/>
          <p:cNvSpPr/>
          <p:nvPr/>
        </p:nvSpPr>
        <p:spPr>
          <a:xfrm flipH="false" flipV="false" rot="0">
            <a:off x="14512785" y="8203406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8" y="0"/>
                </a:lnTo>
                <a:lnTo>
                  <a:pt x="16668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4" id="184"/>
          <p:cNvGrpSpPr/>
          <p:nvPr/>
        </p:nvGrpSpPr>
        <p:grpSpPr>
          <a:xfrm rot="0">
            <a:off x="14703285" y="8167688"/>
            <a:ext cx="2595562" cy="238125"/>
            <a:chOff x="0" y="0"/>
            <a:chExt cx="3460750" cy="31750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3460750" cy="317500"/>
            </a:xfrm>
            <a:custGeom>
              <a:avLst/>
              <a:gdLst/>
              <a:ahLst/>
              <a:cxnLst/>
              <a:rect r="r" b="b" t="t" l="l"/>
              <a:pathLst>
                <a:path h="31750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19050"/>
              <a:ext cx="3460750" cy="33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312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Sustentabilidade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4488973" y="8453438"/>
            <a:ext cx="2797969" cy="190500"/>
            <a:chOff x="0" y="0"/>
            <a:chExt cx="3730625" cy="25400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3730624" cy="254000"/>
            </a:xfrm>
            <a:custGeom>
              <a:avLst/>
              <a:gdLst/>
              <a:ahLst/>
              <a:cxnLst/>
              <a:rect r="r" b="b" t="t" l="l"/>
              <a:pathLst>
                <a:path h="254000" w="3730624">
                  <a:moveTo>
                    <a:pt x="0" y="0"/>
                  </a:moveTo>
                  <a:lnTo>
                    <a:pt x="3730624" y="0"/>
                  </a:lnTo>
                  <a:lnTo>
                    <a:pt x="3730624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186" r="0" b="-236186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19050"/>
              <a:ext cx="3730625" cy="27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12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Preservação ambiental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850193" y="1697831"/>
            <a:ext cx="3086100" cy="3086100"/>
            <a:chOff x="0" y="0"/>
            <a:chExt cx="812800" cy="81280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FFF9">
                    <a:alpha val="100000"/>
                  </a:srgbClr>
                </a:gs>
                <a:gs pos="100000">
                  <a:srgbClr val="EFF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6"/>
                </a:lnSpc>
              </a:pPr>
            </a:p>
          </p:txBody>
        </p:sp>
      </p:grpSp>
      <p:sp>
        <p:nvSpPr>
          <p:cNvPr name="Freeform 193" id="193"/>
          <p:cNvSpPr/>
          <p:nvPr/>
        </p:nvSpPr>
        <p:spPr>
          <a:xfrm flipH="false" flipV="false" rot="0">
            <a:off x="1905000" y="2005013"/>
            <a:ext cx="2974143" cy="2502694"/>
          </a:xfrm>
          <a:custGeom>
            <a:avLst/>
            <a:gdLst/>
            <a:ahLst/>
            <a:cxnLst/>
            <a:rect r="r" b="b" t="t" l="l"/>
            <a:pathLst>
              <a:path h="2502694" w="2974143">
                <a:moveTo>
                  <a:pt x="0" y="0"/>
                </a:moveTo>
                <a:lnTo>
                  <a:pt x="2974143" y="0"/>
                </a:lnTo>
                <a:lnTo>
                  <a:pt x="2974143" y="2502693"/>
                </a:lnTo>
                <a:lnTo>
                  <a:pt x="0" y="2502693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-14018" t="0" r="-12434" b="0"/>
            </a:stretch>
          </a:blipFill>
        </p:spPr>
      </p:sp>
      <p:sp>
        <p:nvSpPr>
          <p:cNvPr name="Freeform 194" id="194"/>
          <p:cNvSpPr/>
          <p:nvPr/>
        </p:nvSpPr>
        <p:spPr>
          <a:xfrm flipH="false" flipV="false" rot="0">
            <a:off x="985261" y="8034338"/>
            <a:ext cx="291665" cy="247650"/>
          </a:xfrm>
          <a:custGeom>
            <a:avLst/>
            <a:gdLst/>
            <a:ahLst/>
            <a:cxnLst/>
            <a:rect r="r" b="b" t="t" l="l"/>
            <a:pathLst>
              <a:path h="247650" w="291665">
                <a:moveTo>
                  <a:pt x="0" y="0"/>
                </a:moveTo>
                <a:lnTo>
                  <a:pt x="291665" y="0"/>
                </a:lnTo>
                <a:lnTo>
                  <a:pt x="291665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2D45">
                <a:alpha val="100000"/>
              </a:srgbClr>
            </a:gs>
            <a:gs pos="60000">
              <a:srgbClr val="0A4A6F">
                <a:alpha val="100000"/>
              </a:srgbClr>
            </a:gs>
            <a:gs pos="100000">
              <a:srgbClr val="0D5A8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781" y="2285552"/>
            <a:ext cx="2856938" cy="1428474"/>
            <a:chOff x="0" y="0"/>
            <a:chExt cx="3809251" cy="1904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56" cy="1904628"/>
            </a:xfrm>
            <a:custGeom>
              <a:avLst/>
              <a:gdLst/>
              <a:ahLst/>
              <a:cxnLst/>
              <a:rect r="r" b="b" t="t" l="l"/>
              <a:pathLst>
                <a:path h="190462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809251" cy="1914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258"/>
                </a:lnSpc>
              </a:pPr>
              <a:r>
                <a:rPr lang="en-US" sz="8548" b="true">
                  <a:solidFill>
                    <a:srgbClr val="00A8E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781" y="3856873"/>
            <a:ext cx="1428474" cy="57140"/>
            <a:chOff x="0" y="0"/>
            <a:chExt cx="1904632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19" cy="76200"/>
            </a:xfrm>
            <a:custGeom>
              <a:avLst/>
              <a:gdLst/>
              <a:ahLst/>
              <a:cxnLst/>
              <a:rect r="r" b="b" t="t" l="l"/>
              <a:pathLst>
                <a:path h="76200" w="1904619">
                  <a:moveTo>
                    <a:pt x="0" y="0"/>
                  </a:moveTo>
                  <a:lnTo>
                    <a:pt x="1904619" y="0"/>
                  </a:lnTo>
                  <a:lnTo>
                    <a:pt x="190461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781" y="4142565"/>
            <a:ext cx="7142359" cy="857079"/>
            <a:chOff x="0" y="0"/>
            <a:chExt cx="9523146" cy="11427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3140" cy="1142777"/>
            </a:xfrm>
            <a:custGeom>
              <a:avLst/>
              <a:gdLst/>
              <a:ahLst/>
              <a:cxnLst/>
              <a:rect r="r" b="b" t="t" l="l"/>
              <a:pathLst>
                <a:path h="1142777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9523146" cy="1276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6"/>
                </a:lnSpc>
              </a:pPr>
              <a:r>
                <a:rPr lang="en-US" sz="49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Progresso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2781" y="5080568"/>
            <a:ext cx="7142359" cy="127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Acompanhamento visual do desenvolvimento do projeto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13530" y="0"/>
            <a:ext cx="7570899" cy="10284990"/>
            <a:chOff x="0" y="0"/>
            <a:chExt cx="10094532" cy="13713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4468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10094468">
                  <a:moveTo>
                    <a:pt x="0" y="0"/>
                  </a:moveTo>
                  <a:lnTo>
                    <a:pt x="10094468" y="0"/>
                  </a:lnTo>
                  <a:lnTo>
                    <a:pt x="10094468" y="13713333"/>
                  </a:lnTo>
                  <a:lnTo>
                    <a:pt x="0" y="13713333"/>
                  </a:lnTo>
                  <a:close/>
                </a:path>
              </a:pathLst>
            </a:custGeom>
            <a:gradFill rotWithShape="true">
              <a:gsLst>
                <a:gs pos="0">
                  <a:srgbClr val="0A4A6F">
                    <a:alpha val="100000"/>
                  </a:srgbClr>
                </a:gs>
                <a:gs pos="100000">
                  <a:srgbClr val="072D45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63333" y="2135562"/>
            <a:ext cx="2871226" cy="2871226"/>
            <a:chOff x="0" y="0"/>
            <a:chExt cx="3828301" cy="3828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28288" cy="3828288"/>
            </a:xfrm>
            <a:custGeom>
              <a:avLst/>
              <a:gdLst/>
              <a:ahLst/>
              <a:cxnLst/>
              <a:rect r="r" b="b" t="t" l="l"/>
              <a:pathLst>
                <a:path h="3828288" w="3828288">
                  <a:moveTo>
                    <a:pt x="0" y="1914144"/>
                  </a:moveTo>
                  <a:cubicBezTo>
                    <a:pt x="0" y="856996"/>
                    <a:pt x="856996" y="0"/>
                    <a:pt x="1914144" y="0"/>
                  </a:cubicBezTo>
                  <a:cubicBezTo>
                    <a:pt x="2971292" y="0"/>
                    <a:pt x="3828288" y="856996"/>
                    <a:pt x="3828288" y="1914144"/>
                  </a:cubicBezTo>
                  <a:cubicBezTo>
                    <a:pt x="3828288" y="2971292"/>
                    <a:pt x="2971292" y="3828288"/>
                    <a:pt x="1914144" y="3828288"/>
                  </a:cubicBezTo>
                  <a:cubicBezTo>
                    <a:pt x="856996" y="3828288"/>
                    <a:pt x="0" y="2971292"/>
                    <a:pt x="0" y="1914144"/>
                  </a:cubicBezTo>
                  <a:close/>
                </a:path>
              </a:pathLst>
            </a:custGeom>
            <a:solidFill>
              <a:srgbClr val="00A8E8">
                <a:alpha val="392"/>
              </a:srgbClr>
            </a:solid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991807" y="4992510"/>
            <a:ext cx="2156993" cy="2156993"/>
            <a:chOff x="0" y="0"/>
            <a:chExt cx="2875991" cy="2875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6042" cy="2876042"/>
            </a:xfrm>
            <a:custGeom>
              <a:avLst/>
              <a:gdLst/>
              <a:ahLst/>
              <a:cxnLst/>
              <a:rect r="r" b="b" t="t" l="l"/>
              <a:pathLst>
                <a:path h="2876042" w="2876042">
                  <a:moveTo>
                    <a:pt x="0" y="1438021"/>
                  </a:moveTo>
                  <a:cubicBezTo>
                    <a:pt x="0" y="643763"/>
                    <a:pt x="643763" y="0"/>
                    <a:pt x="1438021" y="0"/>
                  </a:cubicBezTo>
                  <a:cubicBezTo>
                    <a:pt x="2232279" y="0"/>
                    <a:pt x="2876042" y="643763"/>
                    <a:pt x="2876042" y="1438021"/>
                  </a:cubicBezTo>
                  <a:cubicBezTo>
                    <a:pt x="2876042" y="2232279"/>
                    <a:pt x="2232152" y="2876042"/>
                    <a:pt x="1438021" y="2876042"/>
                  </a:cubicBezTo>
                  <a:cubicBezTo>
                    <a:pt x="643890" y="2876042"/>
                    <a:pt x="0" y="2232152"/>
                    <a:pt x="0" y="1438021"/>
                  </a:cubicBezTo>
                  <a:close/>
                </a:path>
              </a:pathLst>
            </a:custGeom>
            <a:solidFill>
              <a:srgbClr val="7CB342">
                <a:alpha val="392"/>
              </a:srgbClr>
            </a:solidFill>
            <a:ln w="14285" cap="sq">
              <a:solidFill>
                <a:srgbClr val="7CB34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856235" y="3571180"/>
            <a:ext cx="171412" cy="171412"/>
            <a:chOff x="0" y="0"/>
            <a:chExt cx="228549" cy="228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00A8E8">
                <a:alpha val="6275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13183" y="2856938"/>
            <a:ext cx="142846" cy="142846"/>
            <a:chOff x="0" y="0"/>
            <a:chExt cx="190462" cy="1904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7CB342">
                <a:alpha val="6275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20513" y="3649742"/>
            <a:ext cx="2699814" cy="14288"/>
            <a:chOff x="0" y="0"/>
            <a:chExt cx="3599752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9688" cy="19050"/>
            </a:xfrm>
            <a:custGeom>
              <a:avLst/>
              <a:gdLst/>
              <a:ahLst/>
              <a:cxnLst/>
              <a:rect r="r" b="b" t="t" l="l"/>
              <a:pathLst>
                <a:path h="19050" w="3599688">
                  <a:moveTo>
                    <a:pt x="0" y="0"/>
                  </a:moveTo>
                  <a:lnTo>
                    <a:pt x="3599688" y="1905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631957" r="-1" b="-3631957"/>
              </a:stretch>
            </a:blipFill>
            <a:ln w="14285" cap="sq">
              <a:solidFill>
                <a:srgbClr val="00A8E8"/>
              </a:solidFill>
              <a:prstDash val="solid"/>
              <a:miter/>
            </a:ln>
          </p:spPr>
        </p:sp>
      </p:grpSp>
    </p:spTree>
  </p:cSld>
  <p:clrMapOvr>
    <a:masterClrMapping/>
  </p:clrMapOvr>
  <p:transition spd="med">
    <p:cover dir="rd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F2FD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50" y="619125"/>
            <a:ext cx="666750" cy="666750"/>
            <a:chOff x="0" y="0"/>
            <a:chExt cx="889000" cy="88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190500" y="0"/>
                  </a:moveTo>
                  <a:lnTo>
                    <a:pt x="698500" y="0"/>
                  </a:lnTo>
                  <a:cubicBezTo>
                    <a:pt x="803656" y="0"/>
                    <a:pt x="889000" y="85344"/>
                    <a:pt x="889000" y="190500"/>
                  </a:cubicBezTo>
                  <a:lnTo>
                    <a:pt x="889000" y="698500"/>
                  </a:lnTo>
                  <a:cubicBezTo>
                    <a:pt x="889000" y="803656"/>
                    <a:pt x="803656" y="889000"/>
                    <a:pt x="698500" y="889000"/>
                  </a:cubicBezTo>
                  <a:lnTo>
                    <a:pt x="190500" y="889000"/>
                  </a:lnTo>
                  <a:cubicBezTo>
                    <a:pt x="85344" y="889000"/>
                    <a:pt x="0" y="803656"/>
                    <a:pt x="0" y="698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3500" y="424281"/>
            <a:ext cx="6510299" cy="716518"/>
            <a:chOff x="0" y="0"/>
            <a:chExt cx="7826375" cy="8613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26376" cy="861364"/>
            </a:xfrm>
            <a:custGeom>
              <a:avLst/>
              <a:gdLst/>
              <a:ahLst/>
              <a:cxnLst/>
              <a:rect r="r" b="b" t="t" l="l"/>
              <a:pathLst>
                <a:path h="861364" w="7826376">
                  <a:moveTo>
                    <a:pt x="0" y="0"/>
                  </a:moveTo>
                  <a:lnTo>
                    <a:pt x="7826376" y="0"/>
                  </a:lnTo>
                  <a:lnTo>
                    <a:pt x="7826376" y="861364"/>
                  </a:lnTo>
                  <a:lnTo>
                    <a:pt x="0" y="8613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181" r="0" b="-1139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7826375" cy="823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b="true" sz="33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Progresso no Projeto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3500" y="1066800"/>
            <a:ext cx="5774531" cy="333375"/>
            <a:chOff x="0" y="0"/>
            <a:chExt cx="7699375" cy="444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99376" cy="444500"/>
            </a:xfrm>
            <a:custGeom>
              <a:avLst/>
              <a:gdLst/>
              <a:ahLst/>
              <a:cxnLst/>
              <a:rect r="r" b="b" t="t" l="l"/>
              <a:pathLst>
                <a:path h="444500" w="7699376">
                  <a:moveTo>
                    <a:pt x="0" y="0"/>
                  </a:moveTo>
                  <a:lnTo>
                    <a:pt x="7699376" y="0"/>
                  </a:lnTo>
                  <a:lnTo>
                    <a:pt x="76993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508" r="0" b="-287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7699375" cy="51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Andamento e produção do projeto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" y="1457325"/>
            <a:ext cx="1143000" cy="47625"/>
            <a:chOff x="0" y="0"/>
            <a:chExt cx="1524000" cy="6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63500"/>
            </a:xfrm>
            <a:custGeom>
              <a:avLst/>
              <a:gdLst/>
              <a:ahLst/>
              <a:cxnLst/>
              <a:rect r="r" b="b" t="t" l="l"/>
              <a:pathLst>
                <a:path h="63500" w="1524000">
                  <a:moveTo>
                    <a:pt x="31750" y="0"/>
                  </a:moveTo>
                  <a:lnTo>
                    <a:pt x="1492250" y="0"/>
                  </a:lnTo>
                  <a:cubicBezTo>
                    <a:pt x="1509776" y="0"/>
                    <a:pt x="1524000" y="14224"/>
                    <a:pt x="1524000" y="31750"/>
                  </a:cubicBezTo>
                  <a:cubicBezTo>
                    <a:pt x="1524000" y="49276"/>
                    <a:pt x="1509776" y="63500"/>
                    <a:pt x="1492250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ubicBezTo>
                    <a:pt x="0" y="14224"/>
                    <a:pt x="14224" y="0"/>
                    <a:pt x="3175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14652" y="750652"/>
            <a:ext cx="370896" cy="403697"/>
          </a:xfrm>
          <a:custGeom>
            <a:avLst/>
            <a:gdLst/>
            <a:ahLst/>
            <a:cxnLst/>
            <a:rect r="r" b="b" t="t" l="l"/>
            <a:pathLst>
              <a:path h="403697" w="370896">
                <a:moveTo>
                  <a:pt x="0" y="0"/>
                </a:moveTo>
                <a:lnTo>
                  <a:pt x="370896" y="0"/>
                </a:lnTo>
                <a:lnTo>
                  <a:pt x="370896" y="403696"/>
                </a:lnTo>
                <a:lnTo>
                  <a:pt x="0" y="4036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7079" y="1857013"/>
            <a:ext cx="5713886" cy="357121"/>
            <a:chOff x="0" y="0"/>
            <a:chExt cx="7618514" cy="476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512" cy="476157"/>
            </a:xfrm>
            <a:custGeom>
              <a:avLst/>
              <a:gdLst/>
              <a:ahLst/>
              <a:cxnLst/>
              <a:rect r="r" b="b" t="t" l="l"/>
              <a:pathLst>
                <a:path h="476157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476157"/>
                  </a:lnTo>
                  <a:lnTo>
                    <a:pt x="0" y="4761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618514" cy="514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64748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Galeria de imagens do projeto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7079" y="2428399"/>
            <a:ext cx="3928291" cy="2999784"/>
            <a:chOff x="0" y="0"/>
            <a:chExt cx="5237721" cy="39997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5"/>
              <a:stretch>
                <a:fillRect l="-969" t="0" r="-96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71072" y="2428399"/>
            <a:ext cx="3928291" cy="2999784"/>
            <a:chOff x="0" y="0"/>
            <a:chExt cx="5237721" cy="39997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6"/>
              <a:stretch>
                <a:fillRect l="0" t="-37410" r="0" b="-3741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499546" y="3428333"/>
            <a:ext cx="857079" cy="857079"/>
          </a:xfrm>
          <a:custGeom>
            <a:avLst/>
            <a:gdLst/>
            <a:ahLst/>
            <a:cxnLst/>
            <a:rect r="r" b="b" t="t" l="l"/>
            <a:pathLst>
              <a:path h="857079" w="857079">
                <a:moveTo>
                  <a:pt x="0" y="0"/>
                </a:moveTo>
                <a:lnTo>
                  <a:pt x="857078" y="0"/>
                </a:lnTo>
                <a:lnTo>
                  <a:pt x="857078" y="857079"/>
                </a:lnTo>
                <a:lnTo>
                  <a:pt x="0" y="8570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285065" y="2428399"/>
            <a:ext cx="3928291" cy="2999784"/>
            <a:chOff x="0" y="0"/>
            <a:chExt cx="5237721" cy="39997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9"/>
              <a:stretch>
                <a:fillRect l="-17959" t="0" r="-1795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499049" y="2428399"/>
            <a:ext cx="3928291" cy="2999784"/>
            <a:chOff x="0" y="0"/>
            <a:chExt cx="5237721" cy="39997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10"/>
              <a:stretch>
                <a:fillRect l="0" t="-37410" r="0" b="-3741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57079" y="5713886"/>
            <a:ext cx="3928291" cy="2999784"/>
            <a:chOff x="0" y="0"/>
            <a:chExt cx="5237721" cy="39997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11"/>
              <a:stretch>
                <a:fillRect l="-907" t="0" r="-907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071072" y="5713886"/>
            <a:ext cx="3928291" cy="2999784"/>
            <a:chOff x="0" y="0"/>
            <a:chExt cx="5237721" cy="39997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12"/>
              <a:stretch>
                <a:fillRect l="-969" t="0" r="-969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85065" y="5713886"/>
            <a:ext cx="3928291" cy="2999784"/>
            <a:chOff x="0" y="0"/>
            <a:chExt cx="5237721" cy="39997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13"/>
              <a:stretch>
                <a:fillRect l="-969" t="0" r="-96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499049" y="5713886"/>
            <a:ext cx="3928291" cy="2999784"/>
            <a:chOff x="0" y="0"/>
            <a:chExt cx="5237721" cy="39997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37734" cy="3999611"/>
            </a:xfrm>
            <a:custGeom>
              <a:avLst/>
              <a:gdLst/>
              <a:ahLst/>
              <a:cxnLst/>
              <a:rect r="r" b="b" t="t" l="l"/>
              <a:pathLst>
                <a:path h="3999611" w="5237734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4837811" y="0"/>
                  </a:lnTo>
                  <a:cubicBezTo>
                    <a:pt x="5058664" y="0"/>
                    <a:pt x="5237734" y="179070"/>
                    <a:pt x="5237734" y="399923"/>
                  </a:cubicBezTo>
                  <a:lnTo>
                    <a:pt x="5237734" y="3599688"/>
                  </a:lnTo>
                  <a:cubicBezTo>
                    <a:pt x="5237734" y="3820541"/>
                    <a:pt x="5058664" y="3999611"/>
                    <a:pt x="4837811" y="3999611"/>
                  </a:cubicBezTo>
                  <a:lnTo>
                    <a:pt x="399923" y="3999611"/>
                  </a:lnTo>
                  <a:cubicBezTo>
                    <a:pt x="179070" y="3999738"/>
                    <a:pt x="0" y="3820668"/>
                    <a:pt x="0" y="3599688"/>
                  </a:cubicBezTo>
                  <a:close/>
                </a:path>
              </a:pathLst>
            </a:custGeom>
            <a:blipFill>
              <a:blip r:embed="rId14"/>
              <a:stretch>
                <a:fillRect l="-969" t="0" r="-9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F2FD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1542745"/>
            <a:ext cx="16570262" cy="28565"/>
            <a:chOff x="0" y="0"/>
            <a:chExt cx="22093682" cy="380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DEE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5552" y="1999859"/>
            <a:ext cx="13713323" cy="4999644"/>
            <a:chOff x="0" y="0"/>
            <a:chExt cx="18284431" cy="66661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4444" cy="6666230"/>
            </a:xfrm>
            <a:custGeom>
              <a:avLst/>
              <a:gdLst/>
              <a:ahLst/>
              <a:cxnLst/>
              <a:rect r="r" b="b" t="t" l="l"/>
              <a:pathLst>
                <a:path h="6666230" w="18284444">
                  <a:moveTo>
                    <a:pt x="0" y="533273"/>
                  </a:moveTo>
                  <a:cubicBezTo>
                    <a:pt x="0" y="238760"/>
                    <a:pt x="238760" y="0"/>
                    <a:pt x="533273" y="0"/>
                  </a:cubicBezTo>
                  <a:lnTo>
                    <a:pt x="17751171" y="0"/>
                  </a:lnTo>
                  <a:cubicBezTo>
                    <a:pt x="18045685" y="0"/>
                    <a:pt x="18284444" y="238760"/>
                    <a:pt x="18284444" y="533273"/>
                  </a:cubicBezTo>
                  <a:lnTo>
                    <a:pt x="18284444" y="6132957"/>
                  </a:lnTo>
                  <a:cubicBezTo>
                    <a:pt x="18284444" y="6427470"/>
                    <a:pt x="18045685" y="6666230"/>
                    <a:pt x="17751171" y="6666230"/>
                  </a:cubicBezTo>
                  <a:lnTo>
                    <a:pt x="533273" y="6666230"/>
                  </a:lnTo>
                  <a:cubicBezTo>
                    <a:pt x="238760" y="6666230"/>
                    <a:pt x="0" y="6427470"/>
                    <a:pt x="0" y="6132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14026" y="2285552"/>
            <a:ext cx="10856376" cy="1493167"/>
            <a:chOff x="0" y="0"/>
            <a:chExt cx="14475168" cy="1990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75172" cy="1990885"/>
            </a:xfrm>
            <a:custGeom>
              <a:avLst/>
              <a:gdLst/>
              <a:ahLst/>
              <a:cxnLst/>
              <a:rect r="r" b="b" t="t" l="l"/>
              <a:pathLst>
                <a:path h="1990885" w="14475172">
                  <a:moveTo>
                    <a:pt x="0" y="0"/>
                  </a:moveTo>
                  <a:lnTo>
                    <a:pt x="14475172" y="0"/>
                  </a:lnTo>
                  <a:lnTo>
                    <a:pt x="14475172" y="1990885"/>
                  </a:lnTo>
                  <a:lnTo>
                    <a:pt x="0" y="19908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836" r="0" b="-895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9550"/>
              <a:ext cx="14475168" cy="2200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57"/>
                </a:lnSpc>
              </a:pPr>
              <a:r>
                <a:rPr lang="en-US" sz="8998" b="true">
                  <a:solidFill>
                    <a:srgbClr val="0A4A6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~90%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42500" y="3785445"/>
            <a:ext cx="7999438" cy="499967"/>
            <a:chOff x="0" y="0"/>
            <a:chExt cx="10665917" cy="6666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5917" cy="666620"/>
            </a:xfrm>
            <a:custGeom>
              <a:avLst/>
              <a:gdLst/>
              <a:ahLst/>
              <a:cxnLst/>
              <a:rect r="r" b="b" t="t" l="l"/>
              <a:pathLst>
                <a:path h="666620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665917" cy="7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>
                  <a:solidFill>
                    <a:srgbClr val="5A6B7C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do projeto concluido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99784" y="4571105"/>
            <a:ext cx="12284850" cy="428539"/>
            <a:chOff x="0" y="0"/>
            <a:chExt cx="16379800" cy="5713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379825" cy="571500"/>
            </a:xfrm>
            <a:custGeom>
              <a:avLst/>
              <a:gdLst/>
              <a:ahLst/>
              <a:cxnLst/>
              <a:rect r="r" b="b" t="t" l="l"/>
              <a:pathLst>
                <a:path h="571500" w="16379825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6094075" y="0"/>
                  </a:lnTo>
                  <a:cubicBezTo>
                    <a:pt x="16251810" y="0"/>
                    <a:pt x="16379825" y="127889"/>
                    <a:pt x="16379825" y="285750"/>
                  </a:cubicBezTo>
                  <a:cubicBezTo>
                    <a:pt x="16379825" y="443611"/>
                    <a:pt x="16251937" y="571500"/>
                    <a:pt x="16094075" y="571500"/>
                  </a:cubicBezTo>
                  <a:lnTo>
                    <a:pt x="285750" y="571500"/>
                  </a:lnTo>
                  <a:cubicBezTo>
                    <a:pt x="127889" y="571373"/>
                    <a:pt x="0" y="443484"/>
                    <a:pt x="0" y="285750"/>
                  </a:cubicBezTo>
                  <a:close/>
                </a:path>
              </a:pathLst>
            </a:custGeom>
            <a:solidFill>
              <a:srgbClr val="E1EEF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78247" y="4571105"/>
            <a:ext cx="9213637" cy="428539"/>
            <a:chOff x="0" y="0"/>
            <a:chExt cx="12284850" cy="571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84964" cy="571500"/>
            </a:xfrm>
            <a:custGeom>
              <a:avLst/>
              <a:gdLst/>
              <a:ahLst/>
              <a:cxnLst/>
              <a:rect r="r" b="b" t="t" l="l"/>
              <a:pathLst>
                <a:path h="571500" w="12284964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1999214" y="0"/>
                  </a:lnTo>
                  <a:cubicBezTo>
                    <a:pt x="12156948" y="0"/>
                    <a:pt x="12284964" y="127889"/>
                    <a:pt x="12284964" y="285750"/>
                  </a:cubicBezTo>
                  <a:cubicBezTo>
                    <a:pt x="12284964" y="443611"/>
                    <a:pt x="12157075" y="571500"/>
                    <a:pt x="11999214" y="571500"/>
                  </a:cubicBezTo>
                  <a:lnTo>
                    <a:pt x="285750" y="571500"/>
                  </a:lnTo>
                  <a:cubicBezTo>
                    <a:pt x="127889" y="571373"/>
                    <a:pt x="0" y="443484"/>
                    <a:pt x="0" y="2857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7CB342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999784" y="5071072"/>
            <a:ext cx="857079" cy="285693"/>
            <a:chOff x="0" y="0"/>
            <a:chExt cx="1142771" cy="3809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2777" cy="380926"/>
            </a:xfrm>
            <a:custGeom>
              <a:avLst/>
              <a:gdLst/>
              <a:ahLst/>
              <a:cxnLst/>
              <a:rect r="r" b="b" t="t" l="l"/>
              <a:pathLst>
                <a:path h="380926" w="1142777">
                  <a:moveTo>
                    <a:pt x="0" y="0"/>
                  </a:moveTo>
                  <a:lnTo>
                    <a:pt x="1142777" y="0"/>
                  </a:lnTo>
                  <a:lnTo>
                    <a:pt x="1142777" y="380926"/>
                  </a:lnTo>
                  <a:lnTo>
                    <a:pt x="0" y="3809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42771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5A6B7C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71006" y="5071072"/>
            <a:ext cx="857079" cy="285693"/>
            <a:chOff x="0" y="0"/>
            <a:chExt cx="1142771" cy="3809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2777" cy="380926"/>
            </a:xfrm>
            <a:custGeom>
              <a:avLst/>
              <a:gdLst/>
              <a:ahLst/>
              <a:cxnLst/>
              <a:rect r="r" b="b" t="t" l="l"/>
              <a:pathLst>
                <a:path h="380926" w="1142777">
                  <a:moveTo>
                    <a:pt x="0" y="0"/>
                  </a:moveTo>
                  <a:lnTo>
                    <a:pt x="1142777" y="0"/>
                  </a:lnTo>
                  <a:lnTo>
                    <a:pt x="1142777" y="380926"/>
                  </a:lnTo>
                  <a:lnTo>
                    <a:pt x="0" y="3809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42771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>
                  <a:solidFill>
                    <a:srgbClr val="5A6B7C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25%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2219" y="5071072"/>
            <a:ext cx="857079" cy="285693"/>
            <a:chOff x="0" y="0"/>
            <a:chExt cx="1142771" cy="3809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2777" cy="380926"/>
            </a:xfrm>
            <a:custGeom>
              <a:avLst/>
              <a:gdLst/>
              <a:ahLst/>
              <a:cxnLst/>
              <a:rect r="r" b="b" t="t" l="l"/>
              <a:pathLst>
                <a:path h="380926" w="1142777">
                  <a:moveTo>
                    <a:pt x="0" y="0"/>
                  </a:moveTo>
                  <a:lnTo>
                    <a:pt x="1142777" y="0"/>
                  </a:lnTo>
                  <a:lnTo>
                    <a:pt x="1142777" y="380926"/>
                  </a:lnTo>
                  <a:lnTo>
                    <a:pt x="0" y="3809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42771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>
                  <a:solidFill>
                    <a:srgbClr val="5A6B7C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50%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99157" y="5071072"/>
            <a:ext cx="857079" cy="285693"/>
            <a:chOff x="0" y="0"/>
            <a:chExt cx="1142771" cy="3809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2777" cy="380926"/>
            </a:xfrm>
            <a:custGeom>
              <a:avLst/>
              <a:gdLst/>
              <a:ahLst/>
              <a:cxnLst/>
              <a:rect r="r" b="b" t="t" l="l"/>
              <a:pathLst>
                <a:path h="380926" w="1142777">
                  <a:moveTo>
                    <a:pt x="0" y="0"/>
                  </a:moveTo>
                  <a:lnTo>
                    <a:pt x="1142777" y="0"/>
                  </a:lnTo>
                  <a:lnTo>
                    <a:pt x="1142777" y="380926"/>
                  </a:lnTo>
                  <a:lnTo>
                    <a:pt x="0" y="3809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42771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7CB34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75%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27556" y="5071072"/>
            <a:ext cx="857079" cy="285693"/>
            <a:chOff x="0" y="0"/>
            <a:chExt cx="1142771" cy="3809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2777" cy="380926"/>
            </a:xfrm>
            <a:custGeom>
              <a:avLst/>
              <a:gdLst/>
              <a:ahLst/>
              <a:cxnLst/>
              <a:rect r="r" b="b" t="t" l="l"/>
              <a:pathLst>
                <a:path h="380926" w="1142777">
                  <a:moveTo>
                    <a:pt x="0" y="0"/>
                  </a:moveTo>
                  <a:lnTo>
                    <a:pt x="1142777" y="0"/>
                  </a:lnTo>
                  <a:lnTo>
                    <a:pt x="1142777" y="380926"/>
                  </a:lnTo>
                  <a:lnTo>
                    <a:pt x="0" y="3809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42771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5A6B7C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100%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714026" y="5642458"/>
            <a:ext cx="10856376" cy="714232"/>
            <a:chOff x="0" y="0"/>
            <a:chExt cx="14475168" cy="9523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475206" cy="952373"/>
            </a:xfrm>
            <a:custGeom>
              <a:avLst/>
              <a:gdLst/>
              <a:ahLst/>
              <a:cxnLst/>
              <a:rect r="r" b="b" t="t" l="l"/>
              <a:pathLst>
                <a:path h="952373" w="14475206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14332331" y="0"/>
                  </a:lnTo>
                  <a:cubicBezTo>
                    <a:pt x="14411198" y="0"/>
                    <a:pt x="14475206" y="64008"/>
                    <a:pt x="14475206" y="142875"/>
                  </a:cubicBezTo>
                  <a:lnTo>
                    <a:pt x="14475206" y="809498"/>
                  </a:lnTo>
                  <a:cubicBezTo>
                    <a:pt x="14475206" y="888365"/>
                    <a:pt x="14411198" y="952373"/>
                    <a:pt x="14332331" y="952373"/>
                  </a:cubicBezTo>
                  <a:lnTo>
                    <a:pt x="142875" y="952373"/>
                  </a:lnTo>
                  <a:cubicBezTo>
                    <a:pt x="64008" y="952373"/>
                    <a:pt x="0" y="888365"/>
                    <a:pt x="0" y="809498"/>
                  </a:cubicBezTo>
                  <a:close/>
                </a:path>
              </a:pathLst>
            </a:custGeom>
            <a:solidFill>
              <a:srgbClr val="E8F5E0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3999719" y="5813879"/>
            <a:ext cx="371399" cy="371399"/>
          </a:xfrm>
          <a:custGeom>
            <a:avLst/>
            <a:gdLst/>
            <a:ahLst/>
            <a:cxnLst/>
            <a:rect r="r" b="b" t="t" l="l"/>
            <a:pathLst>
              <a:path h="371399" w="371399">
                <a:moveTo>
                  <a:pt x="0" y="0"/>
                </a:moveTo>
                <a:lnTo>
                  <a:pt x="371399" y="0"/>
                </a:lnTo>
                <a:lnTo>
                  <a:pt x="371399" y="371399"/>
                </a:lnTo>
                <a:lnTo>
                  <a:pt x="0" y="371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4513964" y="5642458"/>
            <a:ext cx="9713605" cy="714232"/>
            <a:chOff x="0" y="0"/>
            <a:chExt cx="12951473" cy="9523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951471" cy="952314"/>
            </a:xfrm>
            <a:custGeom>
              <a:avLst/>
              <a:gdLst/>
              <a:ahLst/>
              <a:cxnLst/>
              <a:rect r="r" b="b" t="t" l="l"/>
              <a:pathLst>
                <a:path h="952314" w="12951471">
                  <a:moveTo>
                    <a:pt x="0" y="0"/>
                  </a:moveTo>
                  <a:lnTo>
                    <a:pt x="12951471" y="0"/>
                  </a:lnTo>
                  <a:lnTo>
                    <a:pt x="12951471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2951473" cy="1009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1A2B3C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Projeto em fase avancada!</a:t>
              </a:r>
              <a:r>
                <a:rPr lang="en-US" sz="2024">
                  <a:solidFill>
                    <a:srgbClr val="1A2B3C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Faltam apenas os ajustes finais e testes.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7079" y="7285206"/>
            <a:ext cx="8142284" cy="1857013"/>
            <a:chOff x="0" y="0"/>
            <a:chExt cx="10856379" cy="247601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56468" cy="2475992"/>
            </a:xfrm>
            <a:custGeom>
              <a:avLst/>
              <a:gdLst/>
              <a:ahLst/>
              <a:cxnLst/>
              <a:rect r="r" b="b" t="t" l="l"/>
              <a:pathLst>
                <a:path h="2475992" w="10856468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658348" y="0"/>
                  </a:lnTo>
                  <a:cubicBezTo>
                    <a:pt x="10767695" y="0"/>
                    <a:pt x="10856468" y="88646"/>
                    <a:pt x="10856468" y="198120"/>
                  </a:cubicBezTo>
                  <a:lnTo>
                    <a:pt x="10856468" y="2277872"/>
                  </a:lnTo>
                  <a:cubicBezTo>
                    <a:pt x="10856468" y="2387219"/>
                    <a:pt x="10767822" y="2475992"/>
                    <a:pt x="10658348" y="2475992"/>
                  </a:cubicBezTo>
                  <a:lnTo>
                    <a:pt x="198120" y="2475992"/>
                  </a:lnTo>
                  <a:cubicBezTo>
                    <a:pt x="88773" y="2475992"/>
                    <a:pt x="0" y="2387346"/>
                    <a:pt x="0" y="2277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57079" y="7285206"/>
            <a:ext cx="85706" cy="1857013"/>
            <a:chOff x="0" y="0"/>
            <a:chExt cx="114275" cy="24760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300" cy="2475992"/>
            </a:xfrm>
            <a:custGeom>
              <a:avLst/>
              <a:gdLst/>
              <a:ahLst/>
              <a:cxnLst/>
              <a:rect r="r" b="b" t="t" l="l"/>
              <a:pathLst>
                <a:path h="2475992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475992"/>
                  </a:lnTo>
                  <a:lnTo>
                    <a:pt x="0" y="2475992"/>
                  </a:lnTo>
                  <a:close/>
                </a:path>
              </a:pathLst>
            </a:custGeom>
            <a:solidFill>
              <a:srgbClr val="7CB34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71346" y="7428052"/>
            <a:ext cx="4285412" cy="399974"/>
            <a:chOff x="0" y="0"/>
            <a:chExt cx="5713882" cy="53329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13884" cy="533296"/>
            </a:xfrm>
            <a:custGeom>
              <a:avLst/>
              <a:gdLst/>
              <a:ahLst/>
              <a:cxnLst/>
              <a:rect r="r" b="b" t="t" l="l"/>
              <a:pathLst>
                <a:path h="533296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7" r="0" b="-1587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713882" cy="590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7CB34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✓ Concluido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71346" y="7780382"/>
            <a:ext cx="7570899" cy="7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1687">
                <a:solidFill>
                  <a:srgbClr val="1A2B3C"/>
                </a:solidFill>
                <a:latin typeface="Quattrocento"/>
                <a:ea typeface="Quattrocento"/>
                <a:cs typeface="Quattrocento"/>
                <a:sym typeface="Quattrocento"/>
              </a:rPr>
              <a:t>Infraestrutura base configurada, VMs criadas, rede DHCP funcionando, containers LXC ativos, testes iniciais realizados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285065" y="7285206"/>
            <a:ext cx="8142284" cy="1857013"/>
            <a:chOff x="0" y="0"/>
            <a:chExt cx="10856379" cy="24760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56468" cy="2475992"/>
            </a:xfrm>
            <a:custGeom>
              <a:avLst/>
              <a:gdLst/>
              <a:ahLst/>
              <a:cxnLst/>
              <a:rect r="r" b="b" t="t" l="l"/>
              <a:pathLst>
                <a:path h="2475992" w="10856468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0658348" y="0"/>
                  </a:lnTo>
                  <a:cubicBezTo>
                    <a:pt x="10767695" y="0"/>
                    <a:pt x="10856468" y="88646"/>
                    <a:pt x="10856468" y="198120"/>
                  </a:cubicBezTo>
                  <a:lnTo>
                    <a:pt x="10856468" y="2277872"/>
                  </a:lnTo>
                  <a:cubicBezTo>
                    <a:pt x="10856468" y="2387219"/>
                    <a:pt x="10767822" y="2475992"/>
                    <a:pt x="10658348" y="2475992"/>
                  </a:cubicBezTo>
                  <a:lnTo>
                    <a:pt x="198120" y="2475992"/>
                  </a:lnTo>
                  <a:cubicBezTo>
                    <a:pt x="88773" y="2475992"/>
                    <a:pt x="0" y="2387346"/>
                    <a:pt x="0" y="2277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85065" y="7285206"/>
            <a:ext cx="85706" cy="1857013"/>
            <a:chOff x="0" y="0"/>
            <a:chExt cx="114275" cy="247601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4300" cy="2475992"/>
            </a:xfrm>
            <a:custGeom>
              <a:avLst/>
              <a:gdLst/>
              <a:ahLst/>
              <a:cxnLst/>
              <a:rect r="r" b="b" t="t" l="l"/>
              <a:pathLst>
                <a:path h="2475992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475992"/>
                  </a:lnTo>
                  <a:lnTo>
                    <a:pt x="0" y="2475992"/>
                  </a:lnTo>
                  <a:close/>
                </a:path>
              </a:pathLst>
            </a:custGeom>
            <a:solidFill>
              <a:srgbClr val="00A8E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599324" y="7428052"/>
            <a:ext cx="4285412" cy="399974"/>
            <a:chOff x="0" y="0"/>
            <a:chExt cx="5713882" cy="53329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13884" cy="533296"/>
            </a:xfrm>
            <a:custGeom>
              <a:avLst/>
              <a:gdLst/>
              <a:ahLst/>
              <a:cxnLst/>
              <a:rect r="r" b="b" t="t" l="l"/>
              <a:pathLst>
                <a:path h="533296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7" r="0" b="-1587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5713882" cy="590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00A8E8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⏰ Em Andamento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599324" y="7780382"/>
            <a:ext cx="7570899" cy="11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4260" indent="-182130" lvl="1">
              <a:lnSpc>
                <a:spcPts val="3036"/>
              </a:lnSpc>
              <a:buFont typeface="Arial"/>
              <a:buChar char="•"/>
            </a:pPr>
          </a:p>
          <a:p>
            <a:pPr algn="l" marL="364260" indent="-182130" lvl="1">
              <a:lnSpc>
                <a:spcPts val="3036"/>
              </a:lnSpc>
              <a:buFont typeface="Arial"/>
              <a:buChar char="•"/>
            </a:pPr>
            <a:r>
              <a:rPr lang="en-US" sz="1687">
                <a:solidFill>
                  <a:srgbClr val="1A2B3C"/>
                </a:solidFill>
                <a:latin typeface="Quattrocento"/>
                <a:ea typeface="Quattrocento"/>
                <a:cs typeface="Quattrocento"/>
                <a:sym typeface="Quattrocento"/>
              </a:rPr>
              <a:t>Teste com PXE</a:t>
            </a:r>
          </a:p>
          <a:p>
            <a:pPr algn="l" marL="364260" indent="-182130" lvl="1">
              <a:lnSpc>
                <a:spcPts val="3036"/>
              </a:lnSpc>
              <a:buFont typeface="Arial"/>
              <a:buChar char="•"/>
            </a:pPr>
            <a:r>
              <a:rPr lang="en-US" sz="1687">
                <a:solidFill>
                  <a:srgbClr val="1A2B3C"/>
                </a:solidFill>
                <a:latin typeface="Quattrocento"/>
                <a:ea typeface="Quattrocento"/>
                <a:cs typeface="Quattrocento"/>
                <a:sym typeface="Quattrocento"/>
              </a:rPr>
              <a:t>Firewall e Regras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476250" y="619125"/>
            <a:ext cx="666750" cy="666750"/>
            <a:chOff x="0" y="0"/>
            <a:chExt cx="889000" cy="889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190500" y="0"/>
                  </a:moveTo>
                  <a:lnTo>
                    <a:pt x="698500" y="0"/>
                  </a:lnTo>
                  <a:cubicBezTo>
                    <a:pt x="803656" y="0"/>
                    <a:pt x="889000" y="85344"/>
                    <a:pt x="889000" y="190500"/>
                  </a:cubicBezTo>
                  <a:lnTo>
                    <a:pt x="889000" y="698500"/>
                  </a:lnTo>
                  <a:cubicBezTo>
                    <a:pt x="889000" y="803656"/>
                    <a:pt x="803656" y="889000"/>
                    <a:pt x="698500" y="889000"/>
                  </a:cubicBezTo>
                  <a:lnTo>
                    <a:pt x="190500" y="889000"/>
                  </a:lnTo>
                  <a:cubicBezTo>
                    <a:pt x="85344" y="889000"/>
                    <a:pt x="0" y="803656"/>
                    <a:pt x="0" y="698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01579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33500" y="424281"/>
            <a:ext cx="6510299" cy="716518"/>
            <a:chOff x="0" y="0"/>
            <a:chExt cx="7826375" cy="8613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26376" cy="861364"/>
            </a:xfrm>
            <a:custGeom>
              <a:avLst/>
              <a:gdLst/>
              <a:ahLst/>
              <a:cxnLst/>
              <a:rect r="r" b="b" t="t" l="l"/>
              <a:pathLst>
                <a:path h="861364" w="7826376">
                  <a:moveTo>
                    <a:pt x="0" y="0"/>
                  </a:moveTo>
                  <a:lnTo>
                    <a:pt x="7826376" y="0"/>
                  </a:lnTo>
                  <a:lnTo>
                    <a:pt x="7826376" y="861364"/>
                  </a:lnTo>
                  <a:lnTo>
                    <a:pt x="0" y="8613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181" r="0" b="-11390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38100"/>
              <a:ext cx="7826375" cy="823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b="true" sz="3375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Progresso no Projeto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33500" y="1066800"/>
            <a:ext cx="5774531" cy="333375"/>
            <a:chOff x="0" y="0"/>
            <a:chExt cx="7699375" cy="4445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99376" cy="444500"/>
            </a:xfrm>
            <a:custGeom>
              <a:avLst/>
              <a:gdLst/>
              <a:ahLst/>
              <a:cxnLst/>
              <a:rect r="r" b="b" t="t" l="l"/>
              <a:pathLst>
                <a:path h="444500" w="7699376">
                  <a:moveTo>
                    <a:pt x="0" y="0"/>
                  </a:moveTo>
                  <a:lnTo>
                    <a:pt x="7699376" y="0"/>
                  </a:lnTo>
                  <a:lnTo>
                    <a:pt x="769937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508" r="0" b="-28750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7699375" cy="51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Andamento e produção do projeto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614652" y="750652"/>
            <a:ext cx="370896" cy="403697"/>
          </a:xfrm>
          <a:custGeom>
            <a:avLst/>
            <a:gdLst/>
            <a:ahLst/>
            <a:cxnLst/>
            <a:rect r="r" b="b" t="t" l="l"/>
            <a:pathLst>
              <a:path h="403697" w="370896">
                <a:moveTo>
                  <a:pt x="0" y="0"/>
                </a:moveTo>
                <a:lnTo>
                  <a:pt x="370896" y="0"/>
                </a:lnTo>
                <a:lnTo>
                  <a:pt x="370896" y="403696"/>
                </a:lnTo>
                <a:lnTo>
                  <a:pt x="0" y="4036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2999784" y="4585383"/>
            <a:ext cx="9213637" cy="428539"/>
            <a:chOff x="0" y="0"/>
            <a:chExt cx="12284850" cy="57138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284964" cy="571500"/>
            </a:xfrm>
            <a:custGeom>
              <a:avLst/>
              <a:gdLst/>
              <a:ahLst/>
              <a:cxnLst/>
              <a:rect r="r" b="b" t="t" l="l"/>
              <a:pathLst>
                <a:path h="571500" w="12284964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1999214" y="0"/>
                  </a:lnTo>
                  <a:cubicBezTo>
                    <a:pt x="12156948" y="0"/>
                    <a:pt x="12284964" y="127889"/>
                    <a:pt x="12284964" y="285750"/>
                  </a:cubicBezTo>
                  <a:cubicBezTo>
                    <a:pt x="12284964" y="443611"/>
                    <a:pt x="12157075" y="571500"/>
                    <a:pt x="11999214" y="571500"/>
                  </a:cubicBezTo>
                  <a:lnTo>
                    <a:pt x="285750" y="571500"/>
                  </a:lnTo>
                  <a:cubicBezTo>
                    <a:pt x="127889" y="571373"/>
                    <a:pt x="0" y="443484"/>
                    <a:pt x="0" y="2857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A8E8">
                    <a:alpha val="100000"/>
                  </a:srgbClr>
                </a:gs>
                <a:gs pos="100000">
                  <a:srgbClr val="7CB342">
                    <a:alpha val="100000"/>
                  </a:srgbClr>
                </a:gs>
              </a:gsLst>
              <a:lin ang="0"/>
            </a:gradFill>
          </p:spPr>
        </p:sp>
      </p:grpSp>
    </p:spTree>
  </p:cSld>
  <p:clrMapOvr>
    <a:masterClrMapping/>
  </p:clrMapOvr>
  <p:transition spd="med">
    <p:cover dir="rd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3F2FD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2781" y="6856657"/>
            <a:ext cx="3571180" cy="3571180"/>
          </a:xfrm>
          <a:custGeom>
            <a:avLst/>
            <a:gdLst/>
            <a:ahLst/>
            <a:cxnLst/>
            <a:rect r="r" b="b" t="t" l="l"/>
            <a:pathLst>
              <a:path h="3571180" w="3571180">
                <a:moveTo>
                  <a:pt x="0" y="0"/>
                </a:moveTo>
                <a:lnTo>
                  <a:pt x="3571180" y="0"/>
                </a:lnTo>
                <a:lnTo>
                  <a:pt x="3571180" y="3571180"/>
                </a:lnTo>
                <a:lnTo>
                  <a:pt x="0" y="3571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34630" y="1594393"/>
            <a:ext cx="7398168" cy="7411774"/>
            <a:chOff x="0" y="0"/>
            <a:chExt cx="10435292" cy="104544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35250" cy="10454535"/>
            </a:xfrm>
            <a:custGeom>
              <a:avLst/>
              <a:gdLst/>
              <a:ahLst/>
              <a:cxnLst/>
              <a:rect r="r" b="b" t="t" l="l"/>
              <a:pathLst>
                <a:path h="10454535" w="10435250">
                  <a:moveTo>
                    <a:pt x="0" y="836357"/>
                  </a:moveTo>
                  <a:cubicBezTo>
                    <a:pt x="0" y="374486"/>
                    <a:pt x="314229" y="0"/>
                    <a:pt x="701782" y="0"/>
                  </a:cubicBezTo>
                  <a:lnTo>
                    <a:pt x="9733468" y="0"/>
                  </a:lnTo>
                  <a:cubicBezTo>
                    <a:pt x="10121022" y="0"/>
                    <a:pt x="10435250" y="374486"/>
                    <a:pt x="10435250" y="836357"/>
                  </a:cubicBezTo>
                  <a:lnTo>
                    <a:pt x="10435250" y="9618193"/>
                  </a:lnTo>
                  <a:cubicBezTo>
                    <a:pt x="10435250" y="10080065"/>
                    <a:pt x="10121022" y="10454535"/>
                    <a:pt x="9733468" y="10454535"/>
                  </a:cubicBezTo>
                  <a:lnTo>
                    <a:pt x="701782" y="10454535"/>
                  </a:lnTo>
                  <a:cubicBezTo>
                    <a:pt x="314229" y="10454535"/>
                    <a:pt x="0" y="10080065"/>
                    <a:pt x="0" y="9618193"/>
                  </a:cubicBezTo>
                  <a:close/>
                </a:path>
              </a:pathLst>
            </a:custGeom>
            <a:blipFill>
              <a:blip r:embed="rId4">
                <a:alphaModFix amt="60000"/>
              </a:blip>
              <a:stretch>
                <a:fillRect l="0" t="-2882" r="0" b="-2882"/>
              </a:stretch>
            </a:blipFill>
            <a:ln w="28569" cap="sq">
              <a:solidFill>
                <a:srgbClr val="4FC3F7"/>
              </a:solidFill>
              <a:prstDash val="dash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66604" y="3571180"/>
            <a:ext cx="4285412" cy="1142781"/>
            <a:chOff x="0" y="0"/>
            <a:chExt cx="5713882" cy="15237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3884" cy="1523702"/>
            </a:xfrm>
            <a:custGeom>
              <a:avLst/>
              <a:gdLst/>
              <a:ahLst/>
              <a:cxnLst/>
              <a:rect r="r" b="b" t="t" l="l"/>
              <a:pathLst>
                <a:path h="1523702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068" r="0" b="-2306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5713882" cy="1657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>
                  <a:solidFill>
                    <a:srgbClr val="1A2B4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Siga o </a:t>
              </a:r>
              <a:r>
                <a:rPr lang="en-US" sz="2249" b="true">
                  <a:solidFill>
                    <a:srgbClr val="1A2B4A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VirtuaLab</a:t>
              </a:r>
              <a:r>
                <a:rPr lang="en-US" sz="2249">
                  <a:solidFill>
                    <a:srgbClr val="1A2B4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no Instagram para acompanhar o projeto!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6250" y="609600"/>
            <a:ext cx="666750" cy="666750"/>
            <a:chOff x="0" y="0"/>
            <a:chExt cx="889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190500" y="0"/>
                  </a:moveTo>
                  <a:lnTo>
                    <a:pt x="698500" y="0"/>
                  </a:lnTo>
                  <a:cubicBezTo>
                    <a:pt x="803656" y="0"/>
                    <a:pt x="889000" y="85344"/>
                    <a:pt x="889000" y="190500"/>
                  </a:cubicBezTo>
                  <a:lnTo>
                    <a:pt x="889000" y="698500"/>
                  </a:lnTo>
                  <a:cubicBezTo>
                    <a:pt x="889000" y="803656"/>
                    <a:pt x="803656" y="889000"/>
                    <a:pt x="698500" y="889000"/>
                  </a:cubicBezTo>
                  <a:lnTo>
                    <a:pt x="190500" y="889000"/>
                  </a:lnTo>
                  <a:cubicBezTo>
                    <a:pt x="85344" y="889000"/>
                    <a:pt x="0" y="803656"/>
                    <a:pt x="0" y="6985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3500" y="532170"/>
            <a:ext cx="7530024" cy="821610"/>
            <a:chOff x="0" y="0"/>
            <a:chExt cx="9052239" cy="98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2240" cy="987700"/>
            </a:xfrm>
            <a:custGeom>
              <a:avLst/>
              <a:gdLst/>
              <a:ahLst/>
              <a:cxnLst/>
              <a:rect r="r" b="b" t="t" l="l"/>
              <a:pathLst>
                <a:path h="987700" w="9052240">
                  <a:moveTo>
                    <a:pt x="0" y="0"/>
                  </a:moveTo>
                  <a:lnTo>
                    <a:pt x="9052240" y="0"/>
                  </a:lnTo>
                  <a:lnTo>
                    <a:pt x="9052240" y="987700"/>
                  </a:lnTo>
                  <a:lnTo>
                    <a:pt x="0" y="9877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2250" r="13542" b="-8654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9052239" cy="94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84"/>
                </a:lnSpc>
              </a:pPr>
              <a:r>
                <a:rPr lang="en-US" b="true" sz="3874">
                  <a:solidFill>
                    <a:srgbClr val="0000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Nos Apoie em nosso Instagram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3500" y="1381125"/>
            <a:ext cx="1143000" cy="47625"/>
            <a:chOff x="0" y="0"/>
            <a:chExt cx="1524000" cy="63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0" cy="63500"/>
            </a:xfrm>
            <a:custGeom>
              <a:avLst/>
              <a:gdLst/>
              <a:ahLst/>
              <a:cxnLst/>
              <a:rect r="r" b="b" t="t" l="l"/>
              <a:pathLst>
                <a:path h="63500" w="1524000">
                  <a:moveTo>
                    <a:pt x="31750" y="0"/>
                  </a:moveTo>
                  <a:lnTo>
                    <a:pt x="1492250" y="0"/>
                  </a:lnTo>
                  <a:cubicBezTo>
                    <a:pt x="1509776" y="0"/>
                    <a:pt x="1524000" y="14224"/>
                    <a:pt x="1524000" y="31750"/>
                  </a:cubicBezTo>
                  <a:cubicBezTo>
                    <a:pt x="1524000" y="49276"/>
                    <a:pt x="1509776" y="63500"/>
                    <a:pt x="1492250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ubicBezTo>
                    <a:pt x="0" y="14224"/>
                    <a:pt x="14224" y="0"/>
                    <a:pt x="31750" y="0"/>
                  </a:cubicBezTo>
                  <a:close/>
                </a:path>
              </a:pathLst>
            </a:custGeom>
            <a:solidFill>
              <a:srgbClr val="7CB342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82107" y="719679"/>
            <a:ext cx="446593" cy="446593"/>
          </a:xfrm>
          <a:custGeom>
            <a:avLst/>
            <a:gdLst/>
            <a:ahLst/>
            <a:cxnLst/>
            <a:rect r="r" b="b" t="t" l="l"/>
            <a:pathLst>
              <a:path h="446593" w="446593">
                <a:moveTo>
                  <a:pt x="0" y="0"/>
                </a:moveTo>
                <a:lnTo>
                  <a:pt x="446593" y="0"/>
                </a:lnTo>
                <a:lnTo>
                  <a:pt x="446593" y="446592"/>
                </a:lnTo>
                <a:lnTo>
                  <a:pt x="0" y="446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rd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277" y="-70786"/>
            <a:ext cx="18967178" cy="10492857"/>
            <a:chOff x="0" y="0"/>
            <a:chExt cx="24793421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79342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93422">
                  <a:moveTo>
                    <a:pt x="0" y="0"/>
                  </a:moveTo>
                  <a:lnTo>
                    <a:pt x="24793422" y="0"/>
                  </a:lnTo>
                  <a:lnTo>
                    <a:pt x="24793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83" r="0" b="-148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352011" y="47625"/>
            <a:ext cx="9583978" cy="6389318"/>
          </a:xfrm>
          <a:custGeom>
            <a:avLst/>
            <a:gdLst/>
            <a:ahLst/>
            <a:cxnLst/>
            <a:rect r="r" b="b" t="t" l="l"/>
            <a:pathLst>
              <a:path h="6389318" w="9583978">
                <a:moveTo>
                  <a:pt x="0" y="0"/>
                </a:moveTo>
                <a:lnTo>
                  <a:pt x="9583978" y="0"/>
                </a:lnTo>
                <a:lnTo>
                  <a:pt x="9583978" y="6389318"/>
                </a:lnTo>
                <a:lnTo>
                  <a:pt x="0" y="6389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" t="0" r="-9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28925" y="5953373"/>
            <a:ext cx="12858750" cy="107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2972" i="true">
                <a:solidFill>
                  <a:srgbClr val="555555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"A tecnologia a serviço da educação, com foco em sustentabilidade e eficiência operacional."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8925" y="7464019"/>
            <a:ext cx="12858750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1974" spc="3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AGRADECIMENTOS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8925" y="8124815"/>
            <a:ext cx="12858750" cy="30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884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Aos professores, orientadores e à ETEC pela oportunidade!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28925" y="8866375"/>
            <a:ext cx="12858750" cy="4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770" b="true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 pela atenção!</a:t>
            </a:r>
          </a:p>
        </p:txBody>
      </p:sp>
    </p:spTree>
  </p:cSld>
  <p:clrMapOvr>
    <a:masterClrMapping/>
  </p:clrMapOvr>
  <p:transition spd="med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DAHIQXSsyZ8</dc:identifier>
  <dcterms:modified xsi:type="dcterms:W3CDTF">2011-08-01T06:04:30Z</dcterms:modified>
  <cp:revision>1</cp:revision>
  <dc:title>Cópia de Slide TCC (Oficial)</dc:title>
</cp:coreProperties>
</file>